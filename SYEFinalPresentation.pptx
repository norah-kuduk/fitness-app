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0" r:id="rId4"/>
    <p:sldMasterId id="214748374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Anton"/>
      <p:regular r:id="rId24"/>
    </p:embeddedFont>
    <p:embeddedFont>
      <p:font typeface="DM Sans Medium"/>
      <p:regular r:id="rId25"/>
      <p:bold r:id="rId26"/>
      <p:italic r:id="rId27"/>
      <p:boldItalic r:id="rId28"/>
    </p:embeddedFont>
    <p:embeddedFont>
      <p:font typeface="Noto Emoji"/>
      <p:regular r:id="rId29"/>
      <p:bold r:id="rId30"/>
    </p:embeddedFont>
    <p:embeddedFont>
      <p:font typeface="DM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regular.fntdata"/><Relationship Id="rId30" Type="http://schemas.openxmlformats.org/officeDocument/2006/relationships/font" Target="fonts/NotoEmoji-bold.fntdata"/><Relationship Id="rId33" Type="http://schemas.openxmlformats.org/officeDocument/2006/relationships/font" Target="fonts/DMSans-italic.fntdata"/><Relationship Id="rId32" Type="http://schemas.openxmlformats.org/officeDocument/2006/relationships/font" Target="fonts/DMSans-bold.fntdata"/><Relationship Id="rId34" Type="http://schemas.openxmlformats.org/officeDocument/2006/relationships/font" Target="fonts/DM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nton-regular.fntdata"/><Relationship Id="rId23" Type="http://schemas.openxmlformats.org/officeDocument/2006/relationships/slide" Target="slides/slide17.xml"/><Relationship Id="rId26" Type="http://schemas.openxmlformats.org/officeDocument/2006/relationships/font" Target="fonts/DMSansMedium-bold.fntdata"/><Relationship Id="rId25" Type="http://schemas.openxmlformats.org/officeDocument/2006/relationships/font" Target="fonts/DMSansMedium-regular.fntdata"/><Relationship Id="rId28" Type="http://schemas.openxmlformats.org/officeDocument/2006/relationships/font" Target="fonts/DMSansMedium-boldItalic.fntdata"/><Relationship Id="rId27" Type="http://schemas.openxmlformats.org/officeDocument/2006/relationships/font" Target="fonts/DMSansMedium-italic.fntdata"/><Relationship Id="rId29" Type="http://schemas.openxmlformats.org/officeDocument/2006/relationships/font" Target="fonts/NotoEmoji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3ec29e8b7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3ec29e8b7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3ec29e8b7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3ec29e8b7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3ec29e8b72_0_1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3ec29e8b72_0_1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3ec29e8b72_0_1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3ec29e8b72_0_1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3ec29e8b7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3ec29e8b7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3ec29e8b72_0_1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3ec29e8b72_0_1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3ec29e8b7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3ec29e8b7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3ec29e8b72_0_1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3ec29e8b72_0_1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3ec29e8b72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3ec29e8b72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3ec29e8b72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3ec29e8b72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3ec29e8b72_0_1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3ec29e8b72_0_1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3ec29e8b72_0_1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3ec29e8b72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3ec29e8b72_0_1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3ec29e8b72_0_1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3ec29e8b72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3ec29e8b7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3ec29e8b7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3ec29e8b7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3ec29e8b72_0_1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3ec29e8b72_0_1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3ec29e8b72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3ec29e8b72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845375" y="4716000"/>
            <a:ext cx="54534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 Medium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125700" y="1218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5830275" y="1256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5">
    <p:bg>
      <p:bgPr>
        <a:solidFill>
          <a:schemeClr val="l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704625" y="278000"/>
            <a:ext cx="3313800" cy="4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/>
          <p:nvPr>
            <p:ph idx="2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bg>
      <p:bgPr>
        <a:solidFill>
          <a:schemeClr val="dk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>
            <p:ph idx="2" type="pic"/>
          </p:nvPr>
        </p:nvSpPr>
        <p:spPr>
          <a:xfrm>
            <a:off x="2642425" y="1096825"/>
            <a:ext cx="3859200" cy="2408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22" name="Google Shape;22;p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125700" y="2780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3" type="title"/>
          </p:nvPr>
        </p:nvSpPr>
        <p:spPr>
          <a:xfrm>
            <a:off x="125700" y="3507625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96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>
  <p:cSld name="CUSTOM_15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ig number" type="twoColTx">
  <p:cSld name="TITLE_AND_TWO_COLUMNS"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922700" y="1089300"/>
            <a:ext cx="7306800" cy="24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Anton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1845375" y="3298800"/>
            <a:ext cx="14682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39350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3" type="body"/>
          </p:nvPr>
        </p:nvSpPr>
        <p:spPr>
          <a:xfrm>
            <a:off x="5830425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cxnSp>
        <p:nvCxnSpPr>
          <p:cNvPr id="34" name="Google Shape;34;p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" name="Google Shape;35;p6"/>
          <p:cNvSpPr txBox="1"/>
          <p:nvPr>
            <p:ph idx="4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">
  <p:cSld name="ONE_COLUMN_TEXT">
    <p:bg>
      <p:bgPr>
        <a:solidFill>
          <a:schemeClr val="dk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>
            <p:ph idx="2" type="pic"/>
          </p:nvPr>
        </p:nvSpPr>
        <p:spPr>
          <a:xfrm>
            <a:off x="3182100" y="0"/>
            <a:ext cx="5961900" cy="47112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4" type="body"/>
          </p:nvPr>
        </p:nvSpPr>
        <p:spPr>
          <a:xfrm>
            <a:off x="251400" y="1855525"/>
            <a:ext cx="2265300" cy="26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251400" y="927750"/>
            <a:ext cx="2265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46" name="Google Shape;46;p7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8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8"/>
          <p:cNvSpPr/>
          <p:nvPr>
            <p:ph idx="3" type="pic"/>
          </p:nvPr>
        </p:nvSpPr>
        <p:spPr>
          <a:xfrm>
            <a:off x="125700" y="125600"/>
            <a:ext cx="8892600" cy="45858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>
  <p:cSld name="CUSTOM_1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/>
          <p:nvPr>
            <p:ph idx="2" type="pic"/>
          </p:nvPr>
        </p:nvSpPr>
        <p:spPr>
          <a:xfrm>
            <a:off x="125700" y="2041425"/>
            <a:ext cx="55815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9"/>
          <p:cNvSpPr/>
          <p:nvPr>
            <p:ph idx="3" type="pic"/>
          </p:nvPr>
        </p:nvSpPr>
        <p:spPr>
          <a:xfrm>
            <a:off x="5827725" y="2041425"/>
            <a:ext cx="31932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9"/>
          <p:cNvSpPr/>
          <p:nvPr>
            <p:ph idx="4" type="pic"/>
          </p:nvPr>
        </p:nvSpPr>
        <p:spPr>
          <a:xfrm>
            <a:off x="120525" y="125600"/>
            <a:ext cx="3193200" cy="17892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/>
          <p:nvPr>
            <p:ph idx="5" type="pic"/>
          </p:nvPr>
        </p:nvSpPr>
        <p:spPr>
          <a:xfrm>
            <a:off x="3436750" y="125600"/>
            <a:ext cx="5581500" cy="1789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9" name="Google Shape;59;p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chart">
  <p:cSld name="CUSTOM_2">
    <p:bg>
      <p:bgPr>
        <a:solidFill>
          <a:schemeClr val="dk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125700" y="522600"/>
            <a:ext cx="3840300" cy="17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on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" type="subTitle"/>
          </p:nvPr>
        </p:nvSpPr>
        <p:spPr>
          <a:xfrm>
            <a:off x="125700" y="2455838"/>
            <a:ext cx="30822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125700" y="3501075"/>
            <a:ext cx="3062400" cy="1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cxnSp>
        <p:nvCxnSpPr>
          <p:cNvPr id="67" name="Google Shape;67;p10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0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">
  <p:cSld name="CUSTOM_3">
    <p:bg>
      <p:bgPr>
        <a:solidFill>
          <a:schemeClr val="dk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3439375" y="141600"/>
            <a:ext cx="5453400" cy="45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125825" y="659000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2" type="body"/>
          </p:nvPr>
        </p:nvSpPr>
        <p:spPr>
          <a:xfrm>
            <a:off x="125825" y="1377775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76" name="Google Shape;76;p1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1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Goals">
  <p:cSld name="CUSTOM_4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/>
          <p:nvPr>
            <p:ph idx="2" type="pic"/>
          </p:nvPr>
        </p:nvSpPr>
        <p:spPr>
          <a:xfrm>
            <a:off x="125700" y="921925"/>
            <a:ext cx="8892300" cy="2633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2"/>
          <p:cNvSpPr txBox="1"/>
          <p:nvPr>
            <p:ph idx="1" type="body"/>
          </p:nvPr>
        </p:nvSpPr>
        <p:spPr>
          <a:xfrm>
            <a:off x="2642375" y="3632600"/>
            <a:ext cx="3859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2"/>
          <p:cNvSpPr txBox="1"/>
          <p:nvPr>
            <p:ph idx="3" type="body"/>
          </p:nvPr>
        </p:nvSpPr>
        <p:spPr>
          <a:xfrm>
            <a:off x="6627325" y="3632600"/>
            <a:ext cx="2391000" cy="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2"/>
          <p:cNvSpPr txBox="1"/>
          <p:nvPr>
            <p:ph idx="4" type="subTitle"/>
          </p:nvPr>
        </p:nvSpPr>
        <p:spPr>
          <a:xfrm>
            <a:off x="125700" y="366695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125700" y="1256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87" name="Google Shape;87;p1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2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6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93" name="Google Shape;93;p13"/>
          <p:cNvSpPr/>
          <p:nvPr>
            <p:ph idx="2" type="pic"/>
          </p:nvPr>
        </p:nvSpPr>
        <p:spPr>
          <a:xfrm>
            <a:off x="125700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13"/>
          <p:cNvSpPr/>
          <p:nvPr>
            <p:ph idx="3" type="pic"/>
          </p:nvPr>
        </p:nvSpPr>
        <p:spPr>
          <a:xfrm>
            <a:off x="2393673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3"/>
          <p:cNvSpPr/>
          <p:nvPr>
            <p:ph idx="4" type="pic"/>
          </p:nvPr>
        </p:nvSpPr>
        <p:spPr>
          <a:xfrm>
            <a:off x="4661539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3"/>
          <p:cNvSpPr/>
          <p:nvPr>
            <p:ph idx="5" type="pic"/>
          </p:nvPr>
        </p:nvSpPr>
        <p:spPr>
          <a:xfrm>
            <a:off x="6929405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97" name="Google Shape;97;p1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3"/>
          <p:cNvSpPr txBox="1"/>
          <p:nvPr>
            <p:ph idx="6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9" name="Google Shape;99;p13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125700" y="1362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8" type="subTitle"/>
          </p:nvPr>
        </p:nvSpPr>
        <p:spPr>
          <a:xfrm>
            <a:off x="125700" y="4077300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9" type="title"/>
          </p:nvPr>
        </p:nvSpPr>
        <p:spPr>
          <a:xfrm>
            <a:off x="23936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3" type="subTitle"/>
          </p:nvPr>
        </p:nvSpPr>
        <p:spPr>
          <a:xfrm>
            <a:off x="23936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4" type="title"/>
          </p:nvPr>
        </p:nvSpPr>
        <p:spPr>
          <a:xfrm>
            <a:off x="46615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5" type="subTitle"/>
          </p:nvPr>
        </p:nvSpPr>
        <p:spPr>
          <a:xfrm>
            <a:off x="46615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6" type="title"/>
          </p:nvPr>
        </p:nvSpPr>
        <p:spPr>
          <a:xfrm>
            <a:off x="69294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7" type="subTitle"/>
          </p:nvPr>
        </p:nvSpPr>
        <p:spPr>
          <a:xfrm>
            <a:off x="69294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">
  <p:cSld name="CUSTOM_7">
    <p:bg>
      <p:bgPr>
        <a:solidFill>
          <a:schemeClr val="l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14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13" name="Google Shape;113;p1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4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6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0" name="Google Shape;120;p15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5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2" name="Google Shape;122;p15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3" name="Google Shape;123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">
  <p:cSld name="CUSTOM_8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16"/>
          <p:cNvCxnSpPr/>
          <p:nvPr/>
        </p:nvCxnSpPr>
        <p:spPr>
          <a:xfrm>
            <a:off x="125725" y="1460150"/>
            <a:ext cx="889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6"/>
          <p:cNvSpPr txBox="1"/>
          <p:nvPr>
            <p:ph type="title"/>
          </p:nvPr>
        </p:nvSpPr>
        <p:spPr>
          <a:xfrm>
            <a:off x="133150" y="125600"/>
            <a:ext cx="4105200" cy="10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idx="2" type="title"/>
          </p:nvPr>
        </p:nvSpPr>
        <p:spPr>
          <a:xfrm>
            <a:off x="121500" y="1544925"/>
            <a:ext cx="1598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3" type="title"/>
          </p:nvPr>
        </p:nvSpPr>
        <p:spPr>
          <a:xfrm>
            <a:off x="2516675" y="1544925"/>
            <a:ext cx="17157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4" type="title"/>
          </p:nvPr>
        </p:nvSpPr>
        <p:spPr>
          <a:xfrm>
            <a:off x="4907700" y="1544925"/>
            <a:ext cx="1719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5" type="title"/>
          </p:nvPr>
        </p:nvSpPr>
        <p:spPr>
          <a:xfrm>
            <a:off x="7300884" y="1544925"/>
            <a:ext cx="1715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" type="subTitle"/>
          </p:nvPr>
        </p:nvSpPr>
        <p:spPr>
          <a:xfrm>
            <a:off x="121500" y="3443500"/>
            <a:ext cx="14682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6" type="subTitle"/>
          </p:nvPr>
        </p:nvSpPr>
        <p:spPr>
          <a:xfrm>
            <a:off x="2513725" y="3443500"/>
            <a:ext cx="15867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3" name="Google Shape;133;p16"/>
          <p:cNvSpPr txBox="1"/>
          <p:nvPr>
            <p:ph idx="7" type="subTitle"/>
          </p:nvPr>
        </p:nvSpPr>
        <p:spPr>
          <a:xfrm>
            <a:off x="4912111" y="3443500"/>
            <a:ext cx="15798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8" type="subTitle"/>
          </p:nvPr>
        </p:nvSpPr>
        <p:spPr>
          <a:xfrm>
            <a:off x="7300884" y="3443500"/>
            <a:ext cx="15819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9" type="body"/>
          </p:nvPr>
        </p:nvSpPr>
        <p:spPr>
          <a:xfrm>
            <a:off x="7300884" y="3813050"/>
            <a:ext cx="1715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3" type="body"/>
          </p:nvPr>
        </p:nvSpPr>
        <p:spPr>
          <a:xfrm>
            <a:off x="122450" y="3813050"/>
            <a:ext cx="1592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14" type="body"/>
          </p:nvPr>
        </p:nvSpPr>
        <p:spPr>
          <a:xfrm>
            <a:off x="2514752" y="3813050"/>
            <a:ext cx="17208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15" type="body"/>
          </p:nvPr>
        </p:nvSpPr>
        <p:spPr>
          <a:xfrm>
            <a:off x="4912596" y="3813050"/>
            <a:ext cx="17130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139" name="Google Shape;139;p1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16"/>
          <p:cNvSpPr txBox="1"/>
          <p:nvPr>
            <p:ph idx="16" type="subTitle"/>
          </p:nvPr>
        </p:nvSpPr>
        <p:spPr>
          <a:xfrm>
            <a:off x="125725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16"/>
          <p:cNvSpPr txBox="1"/>
          <p:nvPr>
            <p:ph idx="1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2" name="Google Shape;142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eps">
  <p:cSld name="CUSTOM_10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6627325" y="125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6" name="Google Shape;146;p17"/>
          <p:cNvSpPr txBox="1"/>
          <p:nvPr>
            <p:ph idx="2" type="subTitle"/>
          </p:nvPr>
        </p:nvSpPr>
        <p:spPr>
          <a:xfrm>
            <a:off x="503337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47" name="Google Shape;147;p17"/>
          <p:cNvSpPr txBox="1"/>
          <p:nvPr>
            <p:ph idx="3" type="body"/>
          </p:nvPr>
        </p:nvSpPr>
        <p:spPr>
          <a:xfrm>
            <a:off x="6627300" y="17662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8" name="Google Shape;148;p17"/>
          <p:cNvSpPr txBox="1"/>
          <p:nvPr>
            <p:ph idx="4" type="subTitle"/>
          </p:nvPr>
        </p:nvSpPr>
        <p:spPr>
          <a:xfrm>
            <a:off x="5033350" y="1766188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49" name="Google Shape;149;p17"/>
          <p:cNvSpPr txBox="1"/>
          <p:nvPr>
            <p:ph idx="5" type="body"/>
          </p:nvPr>
        </p:nvSpPr>
        <p:spPr>
          <a:xfrm>
            <a:off x="6627300" y="34068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50" name="Google Shape;150;p17"/>
          <p:cNvSpPr txBox="1"/>
          <p:nvPr>
            <p:ph idx="6" type="subTitle"/>
          </p:nvPr>
        </p:nvSpPr>
        <p:spPr>
          <a:xfrm>
            <a:off x="5033350" y="3406775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51" name="Google Shape;151;p17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7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3" name="Google Shape;153;p17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154" name="Google Shape;154;p17"/>
          <p:cNvCxnSpPr/>
          <p:nvPr/>
        </p:nvCxnSpPr>
        <p:spPr>
          <a:xfrm>
            <a:off x="1888263" y="1208900"/>
            <a:ext cx="2414400" cy="893700"/>
          </a:xfrm>
          <a:prstGeom prst="curvedConnector3">
            <a:avLst>
              <a:gd fmla="val 64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5" name="Google Shape;155;p17"/>
          <p:cNvSpPr/>
          <p:nvPr>
            <p:ph idx="9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9">
    <p:bg>
      <p:bgPr>
        <a:solidFill>
          <a:schemeClr val="dk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1578300" y="2304300"/>
            <a:ext cx="7314300" cy="24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9pPr>
          </a:lstStyle>
          <a:p/>
        </p:txBody>
      </p:sp>
      <p:sp>
        <p:nvSpPr>
          <p:cNvPr id="159" name="Google Shape;159;p18"/>
          <p:cNvSpPr txBox="1"/>
          <p:nvPr>
            <p:ph idx="1" type="subTitle"/>
          </p:nvPr>
        </p:nvSpPr>
        <p:spPr>
          <a:xfrm>
            <a:off x="125750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60" name="Google Shape;160;p18"/>
          <p:cNvSpPr txBox="1"/>
          <p:nvPr>
            <p:ph idx="2" type="subTitle"/>
          </p:nvPr>
        </p:nvSpPr>
        <p:spPr>
          <a:xfrm>
            <a:off x="184542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61" name="Google Shape;161;p18"/>
          <p:cNvSpPr txBox="1"/>
          <p:nvPr>
            <p:ph idx="3" type="body"/>
          </p:nvPr>
        </p:nvSpPr>
        <p:spPr>
          <a:xfrm>
            <a:off x="125700" y="730550"/>
            <a:ext cx="15939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62" name="Google Shape;162;p18"/>
          <p:cNvSpPr txBox="1"/>
          <p:nvPr>
            <p:ph idx="4" type="body"/>
          </p:nvPr>
        </p:nvSpPr>
        <p:spPr>
          <a:xfrm>
            <a:off x="1845375" y="730550"/>
            <a:ext cx="1468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">
  <p:cSld name="CUSTOM_11">
    <p:bg>
      <p:bgPr>
        <a:solidFill>
          <a:schemeClr val="lt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/>
          <p:nvPr>
            <p:ph idx="2" type="pic"/>
          </p:nvPr>
        </p:nvSpPr>
        <p:spPr>
          <a:xfrm>
            <a:off x="251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19"/>
          <p:cNvSpPr/>
          <p:nvPr>
            <p:ph idx="3" type="pic"/>
          </p:nvPr>
        </p:nvSpPr>
        <p:spPr>
          <a:xfrm>
            <a:off x="2455067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19"/>
          <p:cNvSpPr/>
          <p:nvPr>
            <p:ph idx="4" type="pic"/>
          </p:nvPr>
        </p:nvSpPr>
        <p:spPr>
          <a:xfrm>
            <a:off x="4658734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19"/>
          <p:cNvSpPr/>
          <p:nvPr>
            <p:ph idx="5" type="pic"/>
          </p:nvPr>
        </p:nvSpPr>
        <p:spPr>
          <a:xfrm>
            <a:off x="6862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19"/>
          <p:cNvSpPr txBox="1"/>
          <p:nvPr>
            <p:ph type="title"/>
          </p:nvPr>
        </p:nvSpPr>
        <p:spPr>
          <a:xfrm>
            <a:off x="139825" y="140075"/>
            <a:ext cx="39708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19"/>
          <p:cNvSpPr txBox="1"/>
          <p:nvPr>
            <p:ph idx="1" type="subTitle"/>
          </p:nvPr>
        </p:nvSpPr>
        <p:spPr>
          <a:xfrm>
            <a:off x="251400" y="3420138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19"/>
          <p:cNvSpPr txBox="1"/>
          <p:nvPr>
            <p:ph idx="6" type="subTitle"/>
          </p:nvPr>
        </p:nvSpPr>
        <p:spPr>
          <a:xfrm>
            <a:off x="2455145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19"/>
          <p:cNvSpPr txBox="1"/>
          <p:nvPr>
            <p:ph idx="7" type="subTitle"/>
          </p:nvPr>
        </p:nvSpPr>
        <p:spPr>
          <a:xfrm>
            <a:off x="4658867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19"/>
          <p:cNvSpPr txBox="1"/>
          <p:nvPr>
            <p:ph idx="8" type="subTitle"/>
          </p:nvPr>
        </p:nvSpPr>
        <p:spPr>
          <a:xfrm>
            <a:off x="6862588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3" name="Google Shape;173;p1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19"/>
          <p:cNvSpPr txBox="1"/>
          <p:nvPr>
            <p:ph idx="9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1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14" type="body"/>
          </p:nvPr>
        </p:nvSpPr>
        <p:spPr>
          <a:xfrm>
            <a:off x="252125" y="3753975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" name="Google Shape;177;p19"/>
          <p:cNvSpPr txBox="1"/>
          <p:nvPr>
            <p:ph idx="15" type="body"/>
          </p:nvPr>
        </p:nvSpPr>
        <p:spPr>
          <a:xfrm>
            <a:off x="3218350" y="7418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19"/>
          <p:cNvSpPr txBox="1"/>
          <p:nvPr>
            <p:ph idx="16" type="body"/>
          </p:nvPr>
        </p:nvSpPr>
        <p:spPr>
          <a:xfrm>
            <a:off x="3218350" y="8720875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19"/>
          <p:cNvSpPr txBox="1"/>
          <p:nvPr>
            <p:ph idx="17" type="body"/>
          </p:nvPr>
        </p:nvSpPr>
        <p:spPr>
          <a:xfrm>
            <a:off x="24550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19"/>
          <p:cNvSpPr txBox="1"/>
          <p:nvPr>
            <p:ph idx="18" type="body"/>
          </p:nvPr>
        </p:nvSpPr>
        <p:spPr>
          <a:xfrm>
            <a:off x="465872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19"/>
          <p:cNvSpPr txBox="1"/>
          <p:nvPr>
            <p:ph idx="19" type="body"/>
          </p:nvPr>
        </p:nvSpPr>
        <p:spPr>
          <a:xfrm>
            <a:off x="68623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">
  <p:cSld name="CUSTOM_12"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0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20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6" name="Google Shape;186;p20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7" name="Google Shape;187;p20"/>
          <p:cNvSpPr txBox="1"/>
          <p:nvPr>
            <p:ph type="title"/>
          </p:nvPr>
        </p:nvSpPr>
        <p:spPr>
          <a:xfrm>
            <a:off x="129375" y="52520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cxnSp>
        <p:nvCxnSpPr>
          <p:cNvPr id="188" name="Google Shape;188;p20"/>
          <p:cNvCxnSpPr/>
          <p:nvPr/>
        </p:nvCxnSpPr>
        <p:spPr>
          <a:xfrm>
            <a:off x="-5675" y="1923692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-5675" y="3319846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0"/>
          <p:cNvSpPr txBox="1"/>
          <p:nvPr>
            <p:ph idx="3" type="title"/>
          </p:nvPr>
        </p:nvSpPr>
        <p:spPr>
          <a:xfrm>
            <a:off x="129375" y="192615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191" name="Google Shape;191;p20"/>
          <p:cNvSpPr txBox="1"/>
          <p:nvPr>
            <p:ph idx="4" type="title"/>
          </p:nvPr>
        </p:nvSpPr>
        <p:spPr>
          <a:xfrm>
            <a:off x="129375" y="3317475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192" name="Google Shape;192;p20"/>
          <p:cNvSpPr txBox="1"/>
          <p:nvPr>
            <p:ph idx="5" type="subTitle"/>
          </p:nvPr>
        </p:nvSpPr>
        <p:spPr>
          <a:xfrm>
            <a:off x="3687875" y="52755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3" name="Google Shape;193;p20"/>
          <p:cNvSpPr txBox="1"/>
          <p:nvPr>
            <p:ph idx="6" type="subTitle"/>
          </p:nvPr>
        </p:nvSpPr>
        <p:spPr>
          <a:xfrm>
            <a:off x="3687875" y="19237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4" name="Google Shape;194;p20"/>
          <p:cNvSpPr txBox="1"/>
          <p:nvPr>
            <p:ph idx="7" type="subTitle"/>
          </p:nvPr>
        </p:nvSpPr>
        <p:spPr>
          <a:xfrm>
            <a:off x="3687875" y="33174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5" name="Google Shape;195;p20"/>
          <p:cNvSpPr txBox="1"/>
          <p:nvPr>
            <p:ph idx="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6" name="Google Shape;196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 Achievements">
  <p:cSld name="CUSTOM_18">
    <p:bg>
      <p:bgPr>
        <a:solidFill>
          <a:schemeClr val="lt2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type="title"/>
          </p:nvPr>
        </p:nvSpPr>
        <p:spPr>
          <a:xfrm>
            <a:off x="129375" y="5252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99" name="Google Shape;199;p21"/>
          <p:cNvCxnSpPr/>
          <p:nvPr/>
        </p:nvCxnSpPr>
        <p:spPr>
          <a:xfrm>
            <a:off x="-5675" y="15729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9375" y="15751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9375" y="26227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2" name="Google Shape;202;p21"/>
          <p:cNvCxnSpPr/>
          <p:nvPr/>
        </p:nvCxnSpPr>
        <p:spPr>
          <a:xfrm>
            <a:off x="-5675" y="36683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1"/>
          <p:cNvSpPr txBox="1"/>
          <p:nvPr>
            <p:ph idx="1" type="subTitle"/>
          </p:nvPr>
        </p:nvSpPr>
        <p:spPr>
          <a:xfrm>
            <a:off x="3686104" y="5275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4" name="Google Shape;204;p21"/>
          <p:cNvSpPr txBox="1"/>
          <p:nvPr>
            <p:ph idx="4" type="subTitle"/>
          </p:nvPr>
        </p:nvSpPr>
        <p:spPr>
          <a:xfrm>
            <a:off x="3686104" y="15728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5" name="Google Shape;205;p21"/>
          <p:cNvSpPr txBox="1"/>
          <p:nvPr>
            <p:ph idx="5" type="subTitle"/>
          </p:nvPr>
        </p:nvSpPr>
        <p:spPr>
          <a:xfrm>
            <a:off x="3686104" y="26227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6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07" name="Google Shape;207;p2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1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9" name="Google Shape;209;p21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10" name="Google Shape;210;p21"/>
          <p:cNvCxnSpPr/>
          <p:nvPr/>
        </p:nvCxnSpPr>
        <p:spPr>
          <a:xfrm>
            <a:off x="-11400" y="5252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1"/>
          <p:cNvCxnSpPr/>
          <p:nvPr/>
        </p:nvCxnSpPr>
        <p:spPr>
          <a:xfrm>
            <a:off x="-5700" y="26206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1"/>
          <p:cNvSpPr txBox="1"/>
          <p:nvPr>
            <p:ph idx="9" type="title"/>
          </p:nvPr>
        </p:nvSpPr>
        <p:spPr>
          <a:xfrm>
            <a:off x="125700" y="36727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p21"/>
          <p:cNvSpPr txBox="1"/>
          <p:nvPr>
            <p:ph idx="13" type="subTitle"/>
          </p:nvPr>
        </p:nvSpPr>
        <p:spPr>
          <a:xfrm>
            <a:off x="3684200" y="36727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4" name="Google Shape;214;p21"/>
          <p:cNvSpPr txBox="1"/>
          <p:nvPr>
            <p:ph idx="14" type="subTitle"/>
          </p:nvPr>
        </p:nvSpPr>
        <p:spPr>
          <a:xfrm>
            <a:off x="6628933" y="5242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5" name="Google Shape;215;p21"/>
          <p:cNvSpPr txBox="1"/>
          <p:nvPr>
            <p:ph idx="15" type="subTitle"/>
          </p:nvPr>
        </p:nvSpPr>
        <p:spPr>
          <a:xfrm>
            <a:off x="6628933" y="15694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6" name="Google Shape;216;p21"/>
          <p:cNvSpPr txBox="1"/>
          <p:nvPr>
            <p:ph idx="16" type="subTitle"/>
          </p:nvPr>
        </p:nvSpPr>
        <p:spPr>
          <a:xfrm>
            <a:off x="6628933" y="26194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7" name="Google Shape;217;p21"/>
          <p:cNvSpPr txBox="1"/>
          <p:nvPr>
            <p:ph idx="17" type="subTitle"/>
          </p:nvPr>
        </p:nvSpPr>
        <p:spPr>
          <a:xfrm>
            <a:off x="6627326" y="36693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8" name="Google Shape;218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ients">
  <p:cSld name="CUSTOM_13">
    <p:bg>
      <p:bgPr>
        <a:solidFill>
          <a:schemeClr val="dk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Google Shape;220;p2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22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2" name="Google Shape;222;p22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3" name="Google Shape;223;p22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129375" y="851075"/>
            <a:ext cx="3981300" cy="3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225" name="Google Shape;225;p22"/>
          <p:cNvSpPr txBox="1"/>
          <p:nvPr>
            <p:ph idx="4" type="subTitle"/>
          </p:nvPr>
        </p:nvSpPr>
        <p:spPr>
          <a:xfrm>
            <a:off x="5704625" y="125600"/>
            <a:ext cx="3313800" cy="13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u="sng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6" name="Google Shape;226;p22"/>
          <p:cNvSpPr txBox="1"/>
          <p:nvPr>
            <p:ph idx="5" type="subTitle"/>
          </p:nvPr>
        </p:nvSpPr>
        <p:spPr>
          <a:xfrm>
            <a:off x="5704625" y="727050"/>
            <a:ext cx="33138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227" name="Google Shape;22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4">
    <p:bg>
      <p:bgPr>
        <a:solidFill>
          <a:schemeClr val="dk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9" name="Google Shape;229;p2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23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23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2" name="Google Shape;232;p23"/>
          <p:cNvSpPr txBox="1"/>
          <p:nvPr>
            <p:ph type="title"/>
          </p:nvPr>
        </p:nvSpPr>
        <p:spPr>
          <a:xfrm>
            <a:off x="133150" y="506600"/>
            <a:ext cx="4105200" cy="22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233" name="Google Shape;233;p23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3"/>
          <p:cNvSpPr txBox="1"/>
          <p:nvPr>
            <p:ph idx="4" type="body"/>
          </p:nvPr>
        </p:nvSpPr>
        <p:spPr>
          <a:xfrm>
            <a:off x="5823300" y="36118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23"/>
          <p:cNvSpPr txBox="1"/>
          <p:nvPr>
            <p:ph idx="5" type="body"/>
          </p:nvPr>
        </p:nvSpPr>
        <p:spPr>
          <a:xfrm>
            <a:off x="5823300" y="29594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atement">
  <p:cSld name="CUSTOM_17">
    <p:bg>
      <p:bgPr>
        <a:solidFill>
          <a:schemeClr val="dk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>
            <p:ph type="title"/>
          </p:nvPr>
        </p:nvSpPr>
        <p:spPr>
          <a:xfrm>
            <a:off x="125700" y="655300"/>
            <a:ext cx="88998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239" name="Google Shape;239;p24"/>
          <p:cNvSpPr txBox="1"/>
          <p:nvPr>
            <p:ph idx="1" type="body"/>
          </p:nvPr>
        </p:nvSpPr>
        <p:spPr>
          <a:xfrm>
            <a:off x="6508650" y="3276875"/>
            <a:ext cx="25026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240" name="Google Shape;240;p2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24"/>
          <p:cNvSpPr txBox="1"/>
          <p:nvPr>
            <p:ph idx="2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" name="Google Shape;242;p24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3" name="Google Shape;243;p24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7" name="Google Shape;24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8" name="Google Shape;24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9" name="Google Shape;259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6" name="Google Shape;266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7" name="Google Shape;26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0" name="Google Shape;27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3" name="Google Shape;273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4" name="Google Shape;274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6" name="Google Shape;27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</a:lstStyle>
          <a:p/>
        </p:txBody>
      </p:sp>
      <p:sp>
        <p:nvSpPr>
          <p:cNvPr id="279" name="Google Shape;27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2" name="Google Shape;282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83" name="Google Shape;28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98" name="Google Shape;298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4" name="Google Shape;304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6" name="Google Shape;306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0" name="Google Shape;310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1" name="Google Shape;311;p39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2" name="Google Shape;312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3" name="Google Shape;313;p39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" name="Google Shape;314;p39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5" name="Google Shape;315;p39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8" name="Google Shape;318;p4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9" name="Google Shape;319;p4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0" name="Google Shape;320;p4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3" name="Google Shape;323;p4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4" name="Google Shape;324;p4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4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4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" name="Google Shape;330;p4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3" name="Google Shape;333;p4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4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6" name="Google Shape;33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4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9" name="Google Shape;339;p4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2" name="Google Shape;342;p4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5" name="Google Shape;345;p4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7" name="Google Shape;34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4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0" name="Google Shape;350;p4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1" name="Google Shape;351;p4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7" name="Google Shape;357;p4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4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4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4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4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2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0" name="Google Shape;370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1" name="Google Shape;371;p46"/>
          <p:cNvSpPr txBox="1"/>
          <p:nvPr>
            <p:ph idx="12" type="sldNum"/>
          </p:nvPr>
        </p:nvSpPr>
        <p:spPr>
          <a:xfrm>
            <a:off x="846960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2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7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75" name="Google Shape;37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8" name="Google Shape;37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2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2" name="Google Shape;382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3" name="Google Shape;383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84" name="Google Shape;38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type="title">
  <p:cSld name="TITLE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1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1" name="Google Shape;391;p51"/>
          <p:cNvSpPr txBox="1"/>
          <p:nvPr>
            <p:ph idx="1" type="subTitle"/>
          </p:nvPr>
        </p:nvSpPr>
        <p:spPr>
          <a:xfrm>
            <a:off x="1845375" y="4716000"/>
            <a:ext cx="54534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 Medium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2" name="Google Shape;392;p51"/>
          <p:cNvSpPr txBox="1"/>
          <p:nvPr>
            <p:ph idx="3" type="subTitle"/>
          </p:nvPr>
        </p:nvSpPr>
        <p:spPr>
          <a:xfrm>
            <a:off x="125700" y="1218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3" name="Google Shape;393;p51"/>
          <p:cNvSpPr txBox="1"/>
          <p:nvPr>
            <p:ph idx="4" type="subTitle"/>
          </p:nvPr>
        </p:nvSpPr>
        <p:spPr>
          <a:xfrm>
            <a:off x="5830275" y="1256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5">
    <p:bg>
      <p:bgPr>
        <a:solidFill>
          <a:schemeClr val="lt2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Google Shape;395;p5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52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7" name="Google Shape;397;p52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8" name="Google Shape;398;p52"/>
          <p:cNvSpPr txBox="1"/>
          <p:nvPr>
            <p:ph type="title"/>
          </p:nvPr>
        </p:nvSpPr>
        <p:spPr>
          <a:xfrm>
            <a:off x="5704625" y="278000"/>
            <a:ext cx="3313800" cy="4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9" name="Google Shape;399;p52"/>
          <p:cNvSpPr/>
          <p:nvPr>
            <p:ph idx="3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bg>
      <p:bgPr>
        <a:solidFill>
          <a:schemeClr val="dk2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3"/>
          <p:cNvSpPr/>
          <p:nvPr>
            <p:ph idx="2" type="pic"/>
          </p:nvPr>
        </p:nvSpPr>
        <p:spPr>
          <a:xfrm>
            <a:off x="2642425" y="1096825"/>
            <a:ext cx="3859200" cy="2408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403" name="Google Shape;403;p5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53"/>
          <p:cNvSpPr txBox="1"/>
          <p:nvPr>
            <p:ph type="title"/>
          </p:nvPr>
        </p:nvSpPr>
        <p:spPr>
          <a:xfrm>
            <a:off x="125700" y="2780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05" name="Google Shape;405;p53"/>
          <p:cNvSpPr txBox="1"/>
          <p:nvPr>
            <p:ph idx="3" type="title"/>
          </p:nvPr>
        </p:nvSpPr>
        <p:spPr>
          <a:xfrm>
            <a:off x="125700" y="3507625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06" name="Google Shape;406;p53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7" name="Google Shape;407;p53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8" name="Google Shape;408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966">
          <p15:clr>
            <a:srgbClr val="E46962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>
  <p:cSld name="CUSTOM_15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54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ig number" type="twoColTx">
  <p:cSld name="TITLE_AND_TWO_COLUMNS">
    <p:bg>
      <p:bgPr>
        <a:solidFill>
          <a:schemeClr val="lt2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5"/>
          <p:cNvSpPr txBox="1"/>
          <p:nvPr>
            <p:ph type="title"/>
          </p:nvPr>
        </p:nvSpPr>
        <p:spPr>
          <a:xfrm>
            <a:off x="922700" y="1089300"/>
            <a:ext cx="7306800" cy="24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Anton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4" name="Google Shape;414;p55"/>
          <p:cNvSpPr txBox="1"/>
          <p:nvPr>
            <p:ph idx="1" type="subTitle"/>
          </p:nvPr>
        </p:nvSpPr>
        <p:spPr>
          <a:xfrm>
            <a:off x="1845375" y="3298800"/>
            <a:ext cx="14682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5" name="Google Shape;415;p55"/>
          <p:cNvSpPr txBox="1"/>
          <p:nvPr>
            <p:ph idx="2" type="body"/>
          </p:nvPr>
        </p:nvSpPr>
        <p:spPr>
          <a:xfrm>
            <a:off x="3439350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416" name="Google Shape;416;p55"/>
          <p:cNvSpPr txBox="1"/>
          <p:nvPr>
            <p:ph idx="3" type="body"/>
          </p:nvPr>
        </p:nvSpPr>
        <p:spPr>
          <a:xfrm>
            <a:off x="5830425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cxnSp>
        <p:nvCxnSpPr>
          <p:cNvPr id="417" name="Google Shape;417;p55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55"/>
          <p:cNvSpPr txBox="1"/>
          <p:nvPr>
            <p:ph idx="4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9" name="Google Shape;419;p55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20" name="Google Shape;420;p55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21" name="Google Shape;421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">
  <p:cSld name="ONE_COLUMN_TEXT">
    <p:bg>
      <p:bgPr>
        <a:solidFill>
          <a:schemeClr val="dk2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6"/>
          <p:cNvSpPr/>
          <p:nvPr>
            <p:ph idx="2" type="pic"/>
          </p:nvPr>
        </p:nvSpPr>
        <p:spPr>
          <a:xfrm>
            <a:off x="3182100" y="0"/>
            <a:ext cx="5961900" cy="47112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56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25" name="Google Shape;425;p56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26" name="Google Shape;426;p56"/>
          <p:cNvSpPr txBox="1"/>
          <p:nvPr>
            <p:ph idx="4" type="body"/>
          </p:nvPr>
        </p:nvSpPr>
        <p:spPr>
          <a:xfrm>
            <a:off x="251400" y="1855525"/>
            <a:ext cx="2265300" cy="26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427" name="Google Shape;427;p56"/>
          <p:cNvSpPr txBox="1"/>
          <p:nvPr>
            <p:ph type="title"/>
          </p:nvPr>
        </p:nvSpPr>
        <p:spPr>
          <a:xfrm>
            <a:off x="251400" y="927750"/>
            <a:ext cx="2265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28" name="Google Shape;428;p56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429" name="Google Shape;429;p5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">
    <p:bg>
      <p:bgPr>
        <a:solidFill>
          <a:schemeClr val="dk1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2" name="Google Shape;432;p57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57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4" name="Google Shape;434;p57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5" name="Google Shape;435;p57"/>
          <p:cNvSpPr/>
          <p:nvPr>
            <p:ph idx="3" type="pic"/>
          </p:nvPr>
        </p:nvSpPr>
        <p:spPr>
          <a:xfrm>
            <a:off x="125700" y="125600"/>
            <a:ext cx="8892600" cy="4585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>
  <p:cSld name="CUSTOM_1">
    <p:bg>
      <p:bgPr>
        <a:solidFill>
          <a:schemeClr val="dk2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8"/>
          <p:cNvSpPr/>
          <p:nvPr>
            <p:ph idx="2" type="pic"/>
          </p:nvPr>
        </p:nvSpPr>
        <p:spPr>
          <a:xfrm>
            <a:off x="125700" y="2041425"/>
            <a:ext cx="55815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58"/>
          <p:cNvSpPr/>
          <p:nvPr>
            <p:ph idx="3" type="pic"/>
          </p:nvPr>
        </p:nvSpPr>
        <p:spPr>
          <a:xfrm>
            <a:off x="5827725" y="2041425"/>
            <a:ext cx="31932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58"/>
          <p:cNvSpPr/>
          <p:nvPr>
            <p:ph idx="4" type="pic"/>
          </p:nvPr>
        </p:nvSpPr>
        <p:spPr>
          <a:xfrm>
            <a:off x="120525" y="125600"/>
            <a:ext cx="3193200" cy="17892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58"/>
          <p:cNvSpPr/>
          <p:nvPr>
            <p:ph idx="5" type="pic"/>
          </p:nvPr>
        </p:nvSpPr>
        <p:spPr>
          <a:xfrm>
            <a:off x="3436750" y="125600"/>
            <a:ext cx="5581500" cy="1789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42" name="Google Shape;442;p58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58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44" name="Google Shape;444;p58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45" name="Google Shape;445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chart">
  <p:cSld name="CUSTOM_2">
    <p:bg>
      <p:bgPr>
        <a:solidFill>
          <a:schemeClr val="dk2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9"/>
          <p:cNvSpPr txBox="1"/>
          <p:nvPr>
            <p:ph type="title"/>
          </p:nvPr>
        </p:nvSpPr>
        <p:spPr>
          <a:xfrm>
            <a:off x="125700" y="522600"/>
            <a:ext cx="3840300" cy="17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on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48" name="Google Shape;448;p59"/>
          <p:cNvSpPr txBox="1"/>
          <p:nvPr>
            <p:ph idx="1" type="subTitle"/>
          </p:nvPr>
        </p:nvSpPr>
        <p:spPr>
          <a:xfrm>
            <a:off x="125700" y="2455838"/>
            <a:ext cx="30822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49" name="Google Shape;449;p59"/>
          <p:cNvSpPr txBox="1"/>
          <p:nvPr>
            <p:ph idx="2" type="body"/>
          </p:nvPr>
        </p:nvSpPr>
        <p:spPr>
          <a:xfrm>
            <a:off x="125700" y="3501075"/>
            <a:ext cx="3062400" cy="1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cxnSp>
        <p:nvCxnSpPr>
          <p:cNvPr id="450" name="Google Shape;450;p5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" name="Google Shape;451;p59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52" name="Google Shape;452;p59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53" name="Google Shape;453;p59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54" name="Google Shape;454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">
  <p:cSld name="CUSTOM_3">
    <p:bg>
      <p:bgPr>
        <a:solidFill>
          <a:schemeClr val="dk2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0"/>
          <p:cNvSpPr txBox="1"/>
          <p:nvPr>
            <p:ph type="title"/>
          </p:nvPr>
        </p:nvSpPr>
        <p:spPr>
          <a:xfrm>
            <a:off x="3439375" y="141600"/>
            <a:ext cx="5453400" cy="45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125825" y="659000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125825" y="1377775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459" name="Google Shape;459;p60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3" name="Google Shape;463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Goals">
  <p:cSld name="CUSTOM_4">
    <p:bg>
      <p:bgPr>
        <a:solidFill>
          <a:schemeClr val="lt2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/>
          <p:nvPr>
            <p:ph idx="2" type="pic"/>
          </p:nvPr>
        </p:nvSpPr>
        <p:spPr>
          <a:xfrm>
            <a:off x="125700" y="921925"/>
            <a:ext cx="8892300" cy="2633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61"/>
          <p:cNvSpPr txBox="1"/>
          <p:nvPr>
            <p:ph idx="1" type="body"/>
          </p:nvPr>
        </p:nvSpPr>
        <p:spPr>
          <a:xfrm>
            <a:off x="2642375" y="3632600"/>
            <a:ext cx="3859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6627325" y="3632600"/>
            <a:ext cx="2391000" cy="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8" name="Google Shape;468;p61"/>
          <p:cNvSpPr txBox="1"/>
          <p:nvPr>
            <p:ph idx="4" type="subTitle"/>
          </p:nvPr>
        </p:nvSpPr>
        <p:spPr>
          <a:xfrm>
            <a:off x="125700" y="366695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125700" y="1256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70" name="Google Shape;470;p6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61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2" name="Google Shape;472;p61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3" name="Google Shape;473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6">
    <p:bg>
      <p:bgPr>
        <a:solidFill>
          <a:schemeClr val="dk2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125700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62"/>
          <p:cNvSpPr/>
          <p:nvPr>
            <p:ph idx="3" type="pic"/>
          </p:nvPr>
        </p:nvSpPr>
        <p:spPr>
          <a:xfrm>
            <a:off x="2393673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62"/>
          <p:cNvSpPr/>
          <p:nvPr>
            <p:ph idx="4" type="pic"/>
          </p:nvPr>
        </p:nvSpPr>
        <p:spPr>
          <a:xfrm>
            <a:off x="4661539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62"/>
          <p:cNvSpPr/>
          <p:nvPr>
            <p:ph idx="5" type="pic"/>
          </p:nvPr>
        </p:nvSpPr>
        <p:spPr>
          <a:xfrm>
            <a:off x="6929405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480" name="Google Shape;480;p6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62"/>
          <p:cNvSpPr txBox="1"/>
          <p:nvPr>
            <p:ph idx="6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2" name="Google Shape;482;p62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3" name="Google Shape;483;p62"/>
          <p:cNvSpPr txBox="1"/>
          <p:nvPr>
            <p:ph type="title"/>
          </p:nvPr>
        </p:nvSpPr>
        <p:spPr>
          <a:xfrm>
            <a:off x="125700" y="1362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84" name="Google Shape;484;p62"/>
          <p:cNvSpPr txBox="1"/>
          <p:nvPr>
            <p:ph idx="8" type="subTitle"/>
          </p:nvPr>
        </p:nvSpPr>
        <p:spPr>
          <a:xfrm>
            <a:off x="125700" y="4077300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485" name="Google Shape;485;p62"/>
          <p:cNvSpPr txBox="1"/>
          <p:nvPr>
            <p:ph idx="9" type="title"/>
          </p:nvPr>
        </p:nvSpPr>
        <p:spPr>
          <a:xfrm>
            <a:off x="23936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86" name="Google Shape;486;p62"/>
          <p:cNvSpPr txBox="1"/>
          <p:nvPr>
            <p:ph idx="13" type="subTitle"/>
          </p:nvPr>
        </p:nvSpPr>
        <p:spPr>
          <a:xfrm>
            <a:off x="23936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487" name="Google Shape;487;p62"/>
          <p:cNvSpPr txBox="1"/>
          <p:nvPr>
            <p:ph idx="14" type="title"/>
          </p:nvPr>
        </p:nvSpPr>
        <p:spPr>
          <a:xfrm>
            <a:off x="46615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88" name="Google Shape;488;p62"/>
          <p:cNvSpPr txBox="1"/>
          <p:nvPr>
            <p:ph idx="15" type="subTitle"/>
          </p:nvPr>
        </p:nvSpPr>
        <p:spPr>
          <a:xfrm>
            <a:off x="46615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489" name="Google Shape;489;p62"/>
          <p:cNvSpPr txBox="1"/>
          <p:nvPr>
            <p:ph idx="16" type="title"/>
          </p:nvPr>
        </p:nvSpPr>
        <p:spPr>
          <a:xfrm>
            <a:off x="69294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90" name="Google Shape;490;p62"/>
          <p:cNvSpPr txBox="1"/>
          <p:nvPr>
            <p:ph idx="17" type="subTitle"/>
          </p:nvPr>
        </p:nvSpPr>
        <p:spPr>
          <a:xfrm>
            <a:off x="69294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491" name="Google Shape;491;p62"/>
          <p:cNvSpPr txBox="1"/>
          <p:nvPr>
            <p:ph idx="1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2" name="Google Shape;492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">
  <p:cSld name="CUSTOM_7">
    <p:bg>
      <p:bgPr>
        <a:solidFill>
          <a:schemeClr val="lt2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3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5" name="Google Shape;495;p63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96" name="Google Shape;496;p6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63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8" name="Google Shape;498;p63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9" name="Google Shape;499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6">
    <p:bg>
      <p:bgPr>
        <a:solidFill>
          <a:schemeClr val="lt2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4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2" name="Google Shape;502;p64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03" name="Google Shape;503;p6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64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05" name="Google Shape;505;p64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06" name="Google Shape;506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">
  <p:cSld name="CUSTOM_8">
    <p:bg>
      <p:bgPr>
        <a:solidFill>
          <a:schemeClr val="dk2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8" name="Google Shape;508;p65"/>
          <p:cNvCxnSpPr/>
          <p:nvPr/>
        </p:nvCxnSpPr>
        <p:spPr>
          <a:xfrm>
            <a:off x="125725" y="1460150"/>
            <a:ext cx="889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65"/>
          <p:cNvSpPr txBox="1"/>
          <p:nvPr>
            <p:ph type="title"/>
          </p:nvPr>
        </p:nvSpPr>
        <p:spPr>
          <a:xfrm>
            <a:off x="133150" y="125600"/>
            <a:ext cx="4105200" cy="10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510" name="Google Shape;510;p65"/>
          <p:cNvSpPr txBox="1"/>
          <p:nvPr>
            <p:ph idx="2" type="title"/>
          </p:nvPr>
        </p:nvSpPr>
        <p:spPr>
          <a:xfrm>
            <a:off x="121500" y="1544925"/>
            <a:ext cx="1598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511" name="Google Shape;511;p65"/>
          <p:cNvSpPr txBox="1"/>
          <p:nvPr>
            <p:ph idx="3" type="title"/>
          </p:nvPr>
        </p:nvSpPr>
        <p:spPr>
          <a:xfrm>
            <a:off x="2516675" y="1544925"/>
            <a:ext cx="17157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512" name="Google Shape;512;p65"/>
          <p:cNvSpPr txBox="1"/>
          <p:nvPr>
            <p:ph idx="4" type="title"/>
          </p:nvPr>
        </p:nvSpPr>
        <p:spPr>
          <a:xfrm>
            <a:off x="4907700" y="1544925"/>
            <a:ext cx="1719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513" name="Google Shape;513;p65"/>
          <p:cNvSpPr txBox="1"/>
          <p:nvPr>
            <p:ph idx="5" type="title"/>
          </p:nvPr>
        </p:nvSpPr>
        <p:spPr>
          <a:xfrm>
            <a:off x="7300884" y="1544925"/>
            <a:ext cx="1715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514" name="Google Shape;514;p65"/>
          <p:cNvSpPr txBox="1"/>
          <p:nvPr>
            <p:ph idx="1" type="subTitle"/>
          </p:nvPr>
        </p:nvSpPr>
        <p:spPr>
          <a:xfrm>
            <a:off x="121500" y="3443500"/>
            <a:ext cx="14682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515" name="Google Shape;515;p65"/>
          <p:cNvSpPr txBox="1"/>
          <p:nvPr>
            <p:ph idx="6" type="subTitle"/>
          </p:nvPr>
        </p:nvSpPr>
        <p:spPr>
          <a:xfrm>
            <a:off x="2513725" y="3443500"/>
            <a:ext cx="15867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516" name="Google Shape;516;p65"/>
          <p:cNvSpPr txBox="1"/>
          <p:nvPr>
            <p:ph idx="7" type="subTitle"/>
          </p:nvPr>
        </p:nvSpPr>
        <p:spPr>
          <a:xfrm>
            <a:off x="4912111" y="3443500"/>
            <a:ext cx="15798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517" name="Google Shape;517;p65"/>
          <p:cNvSpPr txBox="1"/>
          <p:nvPr>
            <p:ph idx="8" type="subTitle"/>
          </p:nvPr>
        </p:nvSpPr>
        <p:spPr>
          <a:xfrm>
            <a:off x="7300884" y="3443500"/>
            <a:ext cx="15819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518" name="Google Shape;518;p65"/>
          <p:cNvSpPr txBox="1"/>
          <p:nvPr>
            <p:ph idx="9" type="body"/>
          </p:nvPr>
        </p:nvSpPr>
        <p:spPr>
          <a:xfrm>
            <a:off x="7300884" y="3813050"/>
            <a:ext cx="1715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519" name="Google Shape;519;p65"/>
          <p:cNvSpPr txBox="1"/>
          <p:nvPr>
            <p:ph idx="13" type="body"/>
          </p:nvPr>
        </p:nvSpPr>
        <p:spPr>
          <a:xfrm>
            <a:off x="122450" y="3813050"/>
            <a:ext cx="1592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520" name="Google Shape;520;p65"/>
          <p:cNvSpPr txBox="1"/>
          <p:nvPr>
            <p:ph idx="14" type="body"/>
          </p:nvPr>
        </p:nvSpPr>
        <p:spPr>
          <a:xfrm>
            <a:off x="2514752" y="3813050"/>
            <a:ext cx="17208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521" name="Google Shape;521;p65"/>
          <p:cNvSpPr txBox="1"/>
          <p:nvPr>
            <p:ph idx="15" type="body"/>
          </p:nvPr>
        </p:nvSpPr>
        <p:spPr>
          <a:xfrm>
            <a:off x="4912596" y="3813050"/>
            <a:ext cx="17130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522" name="Google Shape;522;p65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65"/>
          <p:cNvSpPr txBox="1"/>
          <p:nvPr>
            <p:ph idx="16" type="subTitle"/>
          </p:nvPr>
        </p:nvSpPr>
        <p:spPr>
          <a:xfrm>
            <a:off x="125725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4" name="Google Shape;524;p65"/>
          <p:cNvSpPr txBox="1"/>
          <p:nvPr>
            <p:ph idx="1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5" name="Google Shape;525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eps">
  <p:cSld name="CUSTOM_10">
    <p:bg>
      <p:bgPr>
        <a:solidFill>
          <a:schemeClr val="dk2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6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528" name="Google Shape;528;p66"/>
          <p:cNvSpPr txBox="1"/>
          <p:nvPr>
            <p:ph idx="1" type="body"/>
          </p:nvPr>
        </p:nvSpPr>
        <p:spPr>
          <a:xfrm>
            <a:off x="6627325" y="125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529" name="Google Shape;529;p66"/>
          <p:cNvSpPr txBox="1"/>
          <p:nvPr>
            <p:ph idx="2" type="subTitle"/>
          </p:nvPr>
        </p:nvSpPr>
        <p:spPr>
          <a:xfrm>
            <a:off x="503337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30" name="Google Shape;530;p66"/>
          <p:cNvSpPr txBox="1"/>
          <p:nvPr>
            <p:ph idx="3" type="body"/>
          </p:nvPr>
        </p:nvSpPr>
        <p:spPr>
          <a:xfrm>
            <a:off x="6627300" y="17662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531" name="Google Shape;531;p66"/>
          <p:cNvSpPr txBox="1"/>
          <p:nvPr>
            <p:ph idx="4" type="subTitle"/>
          </p:nvPr>
        </p:nvSpPr>
        <p:spPr>
          <a:xfrm>
            <a:off x="5033350" y="1766188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32" name="Google Shape;532;p66"/>
          <p:cNvSpPr txBox="1"/>
          <p:nvPr>
            <p:ph idx="5" type="body"/>
          </p:nvPr>
        </p:nvSpPr>
        <p:spPr>
          <a:xfrm>
            <a:off x="6627300" y="34068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533" name="Google Shape;533;p66"/>
          <p:cNvSpPr txBox="1"/>
          <p:nvPr>
            <p:ph idx="6" type="subTitle"/>
          </p:nvPr>
        </p:nvSpPr>
        <p:spPr>
          <a:xfrm>
            <a:off x="5033350" y="3406775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534" name="Google Shape;534;p6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" name="Google Shape;535;p66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6" name="Google Shape;536;p66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537" name="Google Shape;537;p66"/>
          <p:cNvCxnSpPr/>
          <p:nvPr/>
        </p:nvCxnSpPr>
        <p:spPr>
          <a:xfrm>
            <a:off x="1888263" y="1208900"/>
            <a:ext cx="2414400" cy="893700"/>
          </a:xfrm>
          <a:prstGeom prst="curvedConnector3">
            <a:avLst>
              <a:gd fmla="val 64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38" name="Google Shape;538;p66"/>
          <p:cNvSpPr/>
          <p:nvPr>
            <p:ph idx="9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9">
    <p:bg>
      <p:bgPr>
        <a:solidFill>
          <a:schemeClr val="dk2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7"/>
          <p:cNvSpPr txBox="1"/>
          <p:nvPr>
            <p:ph type="title"/>
          </p:nvPr>
        </p:nvSpPr>
        <p:spPr>
          <a:xfrm>
            <a:off x="1578300" y="2304300"/>
            <a:ext cx="7314300" cy="24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9pPr>
          </a:lstStyle>
          <a:p/>
        </p:txBody>
      </p:sp>
      <p:sp>
        <p:nvSpPr>
          <p:cNvPr id="542" name="Google Shape;542;p67"/>
          <p:cNvSpPr txBox="1"/>
          <p:nvPr>
            <p:ph idx="1" type="subTitle"/>
          </p:nvPr>
        </p:nvSpPr>
        <p:spPr>
          <a:xfrm>
            <a:off x="125750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43" name="Google Shape;543;p67"/>
          <p:cNvSpPr txBox="1"/>
          <p:nvPr>
            <p:ph idx="2" type="subTitle"/>
          </p:nvPr>
        </p:nvSpPr>
        <p:spPr>
          <a:xfrm>
            <a:off x="184542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44" name="Google Shape;544;p67"/>
          <p:cNvSpPr txBox="1"/>
          <p:nvPr>
            <p:ph idx="3" type="body"/>
          </p:nvPr>
        </p:nvSpPr>
        <p:spPr>
          <a:xfrm>
            <a:off x="125700" y="730550"/>
            <a:ext cx="15939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545" name="Google Shape;545;p67"/>
          <p:cNvSpPr txBox="1"/>
          <p:nvPr>
            <p:ph idx="4" type="body"/>
          </p:nvPr>
        </p:nvSpPr>
        <p:spPr>
          <a:xfrm>
            <a:off x="1845375" y="730550"/>
            <a:ext cx="1468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">
  <p:cSld name="CUSTOM_11">
    <p:bg>
      <p:bgPr>
        <a:solidFill>
          <a:schemeClr val="lt2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8"/>
          <p:cNvSpPr/>
          <p:nvPr>
            <p:ph idx="2" type="pic"/>
          </p:nvPr>
        </p:nvSpPr>
        <p:spPr>
          <a:xfrm>
            <a:off x="251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68"/>
          <p:cNvSpPr/>
          <p:nvPr>
            <p:ph idx="3" type="pic"/>
          </p:nvPr>
        </p:nvSpPr>
        <p:spPr>
          <a:xfrm>
            <a:off x="2455067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68"/>
          <p:cNvSpPr/>
          <p:nvPr>
            <p:ph idx="4" type="pic"/>
          </p:nvPr>
        </p:nvSpPr>
        <p:spPr>
          <a:xfrm>
            <a:off x="4658734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550" name="Google Shape;550;p68"/>
          <p:cNvSpPr/>
          <p:nvPr>
            <p:ph idx="5" type="pic"/>
          </p:nvPr>
        </p:nvSpPr>
        <p:spPr>
          <a:xfrm>
            <a:off x="6862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68"/>
          <p:cNvSpPr txBox="1"/>
          <p:nvPr>
            <p:ph type="title"/>
          </p:nvPr>
        </p:nvSpPr>
        <p:spPr>
          <a:xfrm>
            <a:off x="139825" y="140075"/>
            <a:ext cx="39708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2" name="Google Shape;552;p68"/>
          <p:cNvSpPr txBox="1"/>
          <p:nvPr>
            <p:ph idx="1" type="subTitle"/>
          </p:nvPr>
        </p:nvSpPr>
        <p:spPr>
          <a:xfrm>
            <a:off x="251400" y="3420138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3" name="Google Shape;553;p68"/>
          <p:cNvSpPr txBox="1"/>
          <p:nvPr>
            <p:ph idx="6" type="subTitle"/>
          </p:nvPr>
        </p:nvSpPr>
        <p:spPr>
          <a:xfrm>
            <a:off x="2455145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4" name="Google Shape;554;p68"/>
          <p:cNvSpPr txBox="1"/>
          <p:nvPr>
            <p:ph idx="7" type="subTitle"/>
          </p:nvPr>
        </p:nvSpPr>
        <p:spPr>
          <a:xfrm>
            <a:off x="4658867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5" name="Google Shape;555;p68"/>
          <p:cNvSpPr txBox="1"/>
          <p:nvPr>
            <p:ph idx="8" type="subTitle"/>
          </p:nvPr>
        </p:nvSpPr>
        <p:spPr>
          <a:xfrm>
            <a:off x="6862588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56" name="Google Shape;556;p68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" name="Google Shape;557;p68"/>
          <p:cNvSpPr txBox="1"/>
          <p:nvPr>
            <p:ph idx="9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8" name="Google Shape;558;p68"/>
          <p:cNvSpPr txBox="1"/>
          <p:nvPr>
            <p:ph idx="1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9" name="Google Shape;559;p68"/>
          <p:cNvSpPr txBox="1"/>
          <p:nvPr>
            <p:ph idx="14" type="body"/>
          </p:nvPr>
        </p:nvSpPr>
        <p:spPr>
          <a:xfrm>
            <a:off x="252125" y="3753975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0" name="Google Shape;560;p68"/>
          <p:cNvSpPr txBox="1"/>
          <p:nvPr>
            <p:ph idx="15" type="body"/>
          </p:nvPr>
        </p:nvSpPr>
        <p:spPr>
          <a:xfrm>
            <a:off x="3218350" y="7418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1" name="Google Shape;561;p68"/>
          <p:cNvSpPr txBox="1"/>
          <p:nvPr>
            <p:ph idx="16" type="body"/>
          </p:nvPr>
        </p:nvSpPr>
        <p:spPr>
          <a:xfrm>
            <a:off x="3218350" y="8720875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2" name="Google Shape;562;p68"/>
          <p:cNvSpPr txBox="1"/>
          <p:nvPr>
            <p:ph idx="17" type="body"/>
          </p:nvPr>
        </p:nvSpPr>
        <p:spPr>
          <a:xfrm>
            <a:off x="24550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3" name="Google Shape;563;p68"/>
          <p:cNvSpPr txBox="1"/>
          <p:nvPr>
            <p:ph idx="18" type="body"/>
          </p:nvPr>
        </p:nvSpPr>
        <p:spPr>
          <a:xfrm>
            <a:off x="465872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4" name="Google Shape;564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5" name="Google Shape;565;p68"/>
          <p:cNvSpPr txBox="1"/>
          <p:nvPr>
            <p:ph idx="19" type="body"/>
          </p:nvPr>
        </p:nvSpPr>
        <p:spPr>
          <a:xfrm>
            <a:off x="68623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">
  <p:cSld name="CUSTOM_12">
    <p:bg>
      <p:bgPr>
        <a:solidFill>
          <a:schemeClr val="dk2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7" name="Google Shape;567;p6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69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69" name="Google Shape;569;p69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70" name="Google Shape;570;p69"/>
          <p:cNvSpPr txBox="1"/>
          <p:nvPr>
            <p:ph type="title"/>
          </p:nvPr>
        </p:nvSpPr>
        <p:spPr>
          <a:xfrm>
            <a:off x="129375" y="52520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cxnSp>
        <p:nvCxnSpPr>
          <p:cNvPr id="571" name="Google Shape;571;p69"/>
          <p:cNvCxnSpPr/>
          <p:nvPr/>
        </p:nvCxnSpPr>
        <p:spPr>
          <a:xfrm>
            <a:off x="-5675" y="1923692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69"/>
          <p:cNvCxnSpPr/>
          <p:nvPr/>
        </p:nvCxnSpPr>
        <p:spPr>
          <a:xfrm>
            <a:off x="-5675" y="3319846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69"/>
          <p:cNvSpPr txBox="1"/>
          <p:nvPr>
            <p:ph idx="3" type="title"/>
          </p:nvPr>
        </p:nvSpPr>
        <p:spPr>
          <a:xfrm>
            <a:off x="129375" y="192615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574" name="Google Shape;574;p69"/>
          <p:cNvSpPr txBox="1"/>
          <p:nvPr>
            <p:ph idx="4" type="title"/>
          </p:nvPr>
        </p:nvSpPr>
        <p:spPr>
          <a:xfrm>
            <a:off x="129375" y="3317475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575" name="Google Shape;575;p69"/>
          <p:cNvSpPr txBox="1"/>
          <p:nvPr>
            <p:ph idx="5" type="subTitle"/>
          </p:nvPr>
        </p:nvSpPr>
        <p:spPr>
          <a:xfrm>
            <a:off x="3687875" y="52755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76" name="Google Shape;576;p69"/>
          <p:cNvSpPr txBox="1"/>
          <p:nvPr>
            <p:ph idx="6" type="subTitle"/>
          </p:nvPr>
        </p:nvSpPr>
        <p:spPr>
          <a:xfrm>
            <a:off x="3687875" y="19237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77" name="Google Shape;577;p69"/>
          <p:cNvSpPr txBox="1"/>
          <p:nvPr>
            <p:ph idx="7" type="subTitle"/>
          </p:nvPr>
        </p:nvSpPr>
        <p:spPr>
          <a:xfrm>
            <a:off x="3687875" y="33174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78" name="Google Shape;578;p69"/>
          <p:cNvSpPr txBox="1"/>
          <p:nvPr>
            <p:ph idx="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79" name="Google Shape;579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 Achievements">
  <p:cSld name="CUSTOM_18">
    <p:bg>
      <p:bgPr>
        <a:solidFill>
          <a:schemeClr val="lt2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0"/>
          <p:cNvSpPr txBox="1"/>
          <p:nvPr>
            <p:ph type="title"/>
          </p:nvPr>
        </p:nvSpPr>
        <p:spPr>
          <a:xfrm>
            <a:off x="129375" y="5252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82" name="Google Shape;582;p70"/>
          <p:cNvCxnSpPr/>
          <p:nvPr/>
        </p:nvCxnSpPr>
        <p:spPr>
          <a:xfrm>
            <a:off x="-5675" y="15729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70"/>
          <p:cNvSpPr txBox="1"/>
          <p:nvPr>
            <p:ph idx="2" type="title"/>
          </p:nvPr>
        </p:nvSpPr>
        <p:spPr>
          <a:xfrm>
            <a:off x="129375" y="15751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4" name="Google Shape;584;p70"/>
          <p:cNvSpPr txBox="1"/>
          <p:nvPr>
            <p:ph idx="3" type="title"/>
          </p:nvPr>
        </p:nvSpPr>
        <p:spPr>
          <a:xfrm>
            <a:off x="129375" y="26227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85" name="Google Shape;585;p70"/>
          <p:cNvCxnSpPr/>
          <p:nvPr/>
        </p:nvCxnSpPr>
        <p:spPr>
          <a:xfrm>
            <a:off x="-5675" y="36683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70"/>
          <p:cNvSpPr txBox="1"/>
          <p:nvPr>
            <p:ph idx="1" type="subTitle"/>
          </p:nvPr>
        </p:nvSpPr>
        <p:spPr>
          <a:xfrm>
            <a:off x="3686104" y="5275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87" name="Google Shape;587;p70"/>
          <p:cNvSpPr txBox="1"/>
          <p:nvPr>
            <p:ph idx="4" type="subTitle"/>
          </p:nvPr>
        </p:nvSpPr>
        <p:spPr>
          <a:xfrm>
            <a:off x="3686104" y="15728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88" name="Google Shape;588;p70"/>
          <p:cNvSpPr txBox="1"/>
          <p:nvPr>
            <p:ph idx="5" type="subTitle"/>
          </p:nvPr>
        </p:nvSpPr>
        <p:spPr>
          <a:xfrm>
            <a:off x="3686104" y="26227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89" name="Google Shape;589;p70"/>
          <p:cNvSpPr txBox="1"/>
          <p:nvPr>
            <p:ph idx="6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590" name="Google Shape;590;p70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1" name="Google Shape;591;p70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92" name="Google Shape;592;p70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593" name="Google Shape;593;p70"/>
          <p:cNvCxnSpPr/>
          <p:nvPr/>
        </p:nvCxnSpPr>
        <p:spPr>
          <a:xfrm>
            <a:off x="-11400" y="5252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70"/>
          <p:cNvCxnSpPr/>
          <p:nvPr/>
        </p:nvCxnSpPr>
        <p:spPr>
          <a:xfrm>
            <a:off x="-5700" y="26206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" name="Google Shape;595;p70"/>
          <p:cNvSpPr txBox="1"/>
          <p:nvPr>
            <p:ph idx="9" type="title"/>
          </p:nvPr>
        </p:nvSpPr>
        <p:spPr>
          <a:xfrm>
            <a:off x="125700" y="36727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6" name="Google Shape;596;p70"/>
          <p:cNvSpPr txBox="1"/>
          <p:nvPr>
            <p:ph idx="13" type="subTitle"/>
          </p:nvPr>
        </p:nvSpPr>
        <p:spPr>
          <a:xfrm>
            <a:off x="3684200" y="36727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97" name="Google Shape;597;p70"/>
          <p:cNvSpPr txBox="1"/>
          <p:nvPr>
            <p:ph idx="14" type="subTitle"/>
          </p:nvPr>
        </p:nvSpPr>
        <p:spPr>
          <a:xfrm>
            <a:off x="6628933" y="5242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98" name="Google Shape;598;p70"/>
          <p:cNvSpPr txBox="1"/>
          <p:nvPr>
            <p:ph idx="15" type="subTitle"/>
          </p:nvPr>
        </p:nvSpPr>
        <p:spPr>
          <a:xfrm>
            <a:off x="6628933" y="15694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99" name="Google Shape;599;p70"/>
          <p:cNvSpPr txBox="1"/>
          <p:nvPr>
            <p:ph idx="16" type="subTitle"/>
          </p:nvPr>
        </p:nvSpPr>
        <p:spPr>
          <a:xfrm>
            <a:off x="6628933" y="26194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00" name="Google Shape;600;p70"/>
          <p:cNvSpPr txBox="1"/>
          <p:nvPr>
            <p:ph idx="17" type="subTitle"/>
          </p:nvPr>
        </p:nvSpPr>
        <p:spPr>
          <a:xfrm>
            <a:off x="6627326" y="36693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01" name="Google Shape;601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ients">
  <p:cSld name="CUSTOM_13">
    <p:bg>
      <p:bgPr>
        <a:solidFill>
          <a:schemeClr val="dk2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3" name="Google Shape;603;p7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71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05" name="Google Shape;605;p71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06" name="Google Shape;606;p71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07" name="Google Shape;607;p71"/>
          <p:cNvSpPr txBox="1"/>
          <p:nvPr>
            <p:ph type="title"/>
          </p:nvPr>
        </p:nvSpPr>
        <p:spPr>
          <a:xfrm>
            <a:off x="129375" y="851075"/>
            <a:ext cx="3981300" cy="3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608" name="Google Shape;608;p71"/>
          <p:cNvSpPr txBox="1"/>
          <p:nvPr>
            <p:ph idx="4" type="subTitle"/>
          </p:nvPr>
        </p:nvSpPr>
        <p:spPr>
          <a:xfrm>
            <a:off x="5704625" y="125600"/>
            <a:ext cx="3313800" cy="13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u="sng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09" name="Google Shape;609;p71"/>
          <p:cNvSpPr txBox="1"/>
          <p:nvPr>
            <p:ph idx="5" type="subTitle"/>
          </p:nvPr>
        </p:nvSpPr>
        <p:spPr>
          <a:xfrm>
            <a:off x="5704625" y="727050"/>
            <a:ext cx="33138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610" name="Google Shape;610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4">
    <p:bg>
      <p:bgPr>
        <a:solidFill>
          <a:schemeClr val="dk2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2" name="Google Shape;612;p7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3" name="Google Shape;613;p72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4" name="Google Shape;614;p72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5" name="Google Shape;615;p72"/>
          <p:cNvSpPr txBox="1"/>
          <p:nvPr>
            <p:ph type="title"/>
          </p:nvPr>
        </p:nvSpPr>
        <p:spPr>
          <a:xfrm>
            <a:off x="133150" y="506600"/>
            <a:ext cx="4105200" cy="22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616" name="Google Shape;616;p72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7" name="Google Shape;617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8" name="Google Shape;618;p72"/>
          <p:cNvSpPr txBox="1"/>
          <p:nvPr>
            <p:ph idx="4" type="body"/>
          </p:nvPr>
        </p:nvSpPr>
        <p:spPr>
          <a:xfrm>
            <a:off x="5823300" y="36118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19" name="Google Shape;619;p72"/>
          <p:cNvSpPr txBox="1"/>
          <p:nvPr>
            <p:ph idx="5" type="body"/>
          </p:nvPr>
        </p:nvSpPr>
        <p:spPr>
          <a:xfrm>
            <a:off x="5823300" y="29594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atement">
  <p:cSld name="CUSTOM_17">
    <p:bg>
      <p:bgPr>
        <a:solidFill>
          <a:schemeClr val="dk2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3"/>
          <p:cNvSpPr txBox="1"/>
          <p:nvPr>
            <p:ph type="title"/>
          </p:nvPr>
        </p:nvSpPr>
        <p:spPr>
          <a:xfrm>
            <a:off x="125700" y="655300"/>
            <a:ext cx="88998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622" name="Google Shape;622;p73"/>
          <p:cNvSpPr txBox="1"/>
          <p:nvPr>
            <p:ph idx="1" type="body"/>
          </p:nvPr>
        </p:nvSpPr>
        <p:spPr>
          <a:xfrm>
            <a:off x="6508650" y="3276875"/>
            <a:ext cx="25026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623" name="Google Shape;623;p7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73"/>
          <p:cNvSpPr txBox="1"/>
          <p:nvPr>
            <p:ph idx="2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5" name="Google Shape;625;p73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6" name="Google Shape;626;p73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7" name="Google Shape;627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30" name="Google Shape;630;p7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1" name="Google Shape;631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4" name="Google Shape;634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7" name="Google Shape;637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38" name="Google Shape;638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7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2" name="Google Shape;642;p7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3" name="Google Shape;643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6" name="Google Shape;646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9" name="Google Shape;649;p7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0" name="Google Shape;650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53" name="Google Shape;653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8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6" name="Google Shape;656;p8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7" name="Google Shape;657;p8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8" name="Google Shape;658;p8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9" name="Google Shape;659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</a:lstStyle>
          <a:p/>
        </p:txBody>
      </p:sp>
      <p:sp>
        <p:nvSpPr>
          <p:cNvPr id="662" name="Google Shape;662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5" name="Google Shape;665;p8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66" name="Google Shape;666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1" name="Google Shape;671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2" name="Google Shape;672;p8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73" name="Google Shape;673;p8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74" name="Google Shape;674;p8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75" name="Google Shape;675;p8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76" name="Google Shape;676;p8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77" name="Google Shape;677;p8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0" name="Google Shape;680;p8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1" name="Google Shape;681;p8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82" name="Google Shape;682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5" name="Google Shape;685;p8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86" name="Google Shape;686;p8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7" name="Google Shape;687;p8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8" name="Google Shape;688;p8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89" name="Google Shape;689;p8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2" name="Google Shape;692;p8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93" name="Google Shape;693;p8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94" name="Google Shape;694;p8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95" name="Google Shape;695;p8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6" name="Google Shape;696;p8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7" name="Google Shape;697;p8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8" name="Google Shape;698;p8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1" name="Google Shape;701;p8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02" name="Google Shape;702;p8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03" name="Google Shape;703;p8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04" name="Google Shape;704;p8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05" name="Google Shape;705;p8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6" name="Google Shape;706;p8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7" name="Google Shape;707;p8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8" name="Google Shape;708;p8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9" name="Google Shape;709;p8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2" name="Google Shape;712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3" name="Google Shape;713;p9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9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6" name="Google Shape;716;p9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17" name="Google Shape;717;p9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18" name="Google Shape;718;p9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9" name="Google Shape;719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0" name="Google Shape;720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1" name="Google Shape;721;p9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2" name="Google Shape;722;p9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9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5" name="Google Shape;725;p9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26" name="Google Shape;726;p9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27" name="Google Shape;727;p9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8" name="Google Shape;728;p9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29" name="Google Shape;729;p9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0" name="Google Shape;730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1" name="Google Shape;731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2" name="Google Shape;732;p9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3" name="Google Shape;733;p9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4" name="Google Shape;734;p9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737" name="Google Shape;737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0" name="Google Shape;740;p9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41" name="Google Shape;741;p9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42" name="Google Shape;742;p9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43" name="Google Shape;743;p9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44" name="Google Shape;744;p9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45" name="Google Shape;745;p9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46" name="Google Shape;746;p9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7" name="Google Shape;747;p9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48" name="Google Shape;748;p9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49" name="Google Shape;749;p9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8.xml"/><Relationship Id="rId42" Type="http://schemas.openxmlformats.org/officeDocument/2006/relationships/slideLayout" Target="../slideLayouts/slideLayout90.xml"/><Relationship Id="rId4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92.xml"/><Relationship Id="rId43" Type="http://schemas.openxmlformats.org/officeDocument/2006/relationships/slideLayout" Target="../slideLayouts/slideLayout91.xml"/><Relationship Id="rId45" Type="http://schemas.openxmlformats.org/officeDocument/2006/relationships/theme" Target="../theme/theme1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78.xml"/><Relationship Id="rId33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87.xml"/><Relationship Id="rId38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2700" y="404350"/>
            <a:ext cx="73068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22700" y="3046200"/>
            <a:ext cx="79701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8">
          <p15:clr>
            <a:srgbClr val="E46962"/>
          </p15:clr>
        </p15:guide>
        <p15:guide id="2" pos="581">
          <p15:clr>
            <a:srgbClr val="E46962"/>
          </p15:clr>
        </p15:guide>
        <p15:guide id="3" pos="660">
          <p15:clr>
            <a:srgbClr val="E46962"/>
          </p15:clr>
        </p15:guide>
        <p15:guide id="4" pos="1083">
          <p15:clr>
            <a:srgbClr val="E46962"/>
          </p15:clr>
        </p15:guide>
        <p15:guide id="5" pos="1162">
          <p15:clr>
            <a:srgbClr val="E46962"/>
          </p15:clr>
        </p15:guide>
        <p15:guide id="6" pos="1585">
          <p15:clr>
            <a:srgbClr val="E46962"/>
          </p15:clr>
        </p15:guide>
        <p15:guide id="7" pos="1664">
          <p15:clr>
            <a:srgbClr val="E46962"/>
          </p15:clr>
        </p15:guide>
        <p15:guide id="8" pos="2087">
          <p15:clr>
            <a:srgbClr val="E46962"/>
          </p15:clr>
        </p15:guide>
        <p15:guide id="9" pos="2167">
          <p15:clr>
            <a:srgbClr val="E46962"/>
          </p15:clr>
        </p15:guide>
        <p15:guide id="10" pos="2589">
          <p15:clr>
            <a:srgbClr val="E46962"/>
          </p15:clr>
        </p15:guide>
        <p15:guide id="11" pos="2669">
          <p15:clr>
            <a:srgbClr val="E46962"/>
          </p15:clr>
        </p15:guide>
        <p15:guide id="12" pos="3091">
          <p15:clr>
            <a:srgbClr val="E46962"/>
          </p15:clr>
        </p15:guide>
        <p15:guide id="13" pos="3171">
          <p15:clr>
            <a:srgbClr val="E46962"/>
          </p15:clr>
        </p15:guide>
        <p15:guide id="14" pos="79">
          <p15:clr>
            <a:srgbClr val="E46962"/>
          </p15:clr>
        </p15:guide>
        <p15:guide id="15" pos="5681">
          <p15:clr>
            <a:srgbClr val="E46962"/>
          </p15:clr>
        </p15:guide>
        <p15:guide id="16" pos="5602">
          <p15:clr>
            <a:srgbClr val="E46962"/>
          </p15:clr>
        </p15:guide>
        <p15:guide id="17" pos="3593">
          <p15:clr>
            <a:srgbClr val="E46962"/>
          </p15:clr>
        </p15:guide>
        <p15:guide id="18" pos="3673">
          <p15:clr>
            <a:srgbClr val="E46962"/>
          </p15:clr>
        </p15:guide>
        <p15:guide id="19" pos="4096">
          <p15:clr>
            <a:srgbClr val="E46962"/>
          </p15:clr>
        </p15:guide>
        <p15:guide id="20" pos="4175">
          <p15:clr>
            <a:srgbClr val="E46962"/>
          </p15:clr>
        </p15:guide>
        <p15:guide id="21" pos="4598">
          <p15:clr>
            <a:srgbClr val="E46962"/>
          </p15:clr>
        </p15:guide>
        <p15:guide id="22" pos="4677">
          <p15:clr>
            <a:srgbClr val="E46962"/>
          </p15:clr>
        </p15:guide>
        <p15:guide id="23" pos="5100">
          <p15:clr>
            <a:srgbClr val="E46962"/>
          </p15:clr>
        </p15:guide>
        <p15:guide id="24" pos="5184">
          <p15:clr>
            <a:srgbClr val="E46962"/>
          </p15:clr>
        </p15:guide>
        <p15:guide id="25" orient="horz" pos="79">
          <p15:clr>
            <a:srgbClr val="E46962"/>
          </p15:clr>
        </p15:guide>
        <p15:guide id="26" orient="horz" pos="3161">
          <p15:clr>
            <a:srgbClr val="E46962"/>
          </p15:clr>
        </p15:guide>
        <p15:guide id="27" orient="horz" pos="2971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0"/>
          <p:cNvSpPr txBox="1"/>
          <p:nvPr>
            <p:ph type="title"/>
          </p:nvPr>
        </p:nvSpPr>
        <p:spPr>
          <a:xfrm>
            <a:off x="922700" y="404350"/>
            <a:ext cx="73068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87" name="Google Shape;387;p50"/>
          <p:cNvSpPr txBox="1"/>
          <p:nvPr>
            <p:ph idx="1" type="body"/>
          </p:nvPr>
        </p:nvSpPr>
        <p:spPr>
          <a:xfrm>
            <a:off x="922700" y="3046200"/>
            <a:ext cx="79701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  <p:sldLayoutId id="2147483739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8">
          <p15:clr>
            <a:srgbClr val="E46962"/>
          </p15:clr>
        </p15:guide>
        <p15:guide id="2" pos="581">
          <p15:clr>
            <a:srgbClr val="E46962"/>
          </p15:clr>
        </p15:guide>
        <p15:guide id="3" pos="660">
          <p15:clr>
            <a:srgbClr val="E46962"/>
          </p15:clr>
        </p15:guide>
        <p15:guide id="4" pos="1083">
          <p15:clr>
            <a:srgbClr val="E46962"/>
          </p15:clr>
        </p15:guide>
        <p15:guide id="5" pos="1162">
          <p15:clr>
            <a:srgbClr val="E46962"/>
          </p15:clr>
        </p15:guide>
        <p15:guide id="6" pos="1585">
          <p15:clr>
            <a:srgbClr val="E46962"/>
          </p15:clr>
        </p15:guide>
        <p15:guide id="7" pos="1664">
          <p15:clr>
            <a:srgbClr val="E46962"/>
          </p15:clr>
        </p15:guide>
        <p15:guide id="8" pos="2087">
          <p15:clr>
            <a:srgbClr val="E46962"/>
          </p15:clr>
        </p15:guide>
        <p15:guide id="9" pos="2167">
          <p15:clr>
            <a:srgbClr val="E46962"/>
          </p15:clr>
        </p15:guide>
        <p15:guide id="10" pos="2589">
          <p15:clr>
            <a:srgbClr val="E46962"/>
          </p15:clr>
        </p15:guide>
        <p15:guide id="11" pos="2669">
          <p15:clr>
            <a:srgbClr val="E46962"/>
          </p15:clr>
        </p15:guide>
        <p15:guide id="12" pos="3091">
          <p15:clr>
            <a:srgbClr val="E46962"/>
          </p15:clr>
        </p15:guide>
        <p15:guide id="13" pos="3171">
          <p15:clr>
            <a:srgbClr val="E46962"/>
          </p15:clr>
        </p15:guide>
        <p15:guide id="14" pos="79">
          <p15:clr>
            <a:srgbClr val="E46962"/>
          </p15:clr>
        </p15:guide>
        <p15:guide id="15" pos="5681">
          <p15:clr>
            <a:srgbClr val="E46962"/>
          </p15:clr>
        </p15:guide>
        <p15:guide id="16" pos="5602">
          <p15:clr>
            <a:srgbClr val="E46962"/>
          </p15:clr>
        </p15:guide>
        <p15:guide id="17" pos="3593">
          <p15:clr>
            <a:srgbClr val="E46962"/>
          </p15:clr>
        </p15:guide>
        <p15:guide id="18" pos="3673">
          <p15:clr>
            <a:srgbClr val="E46962"/>
          </p15:clr>
        </p15:guide>
        <p15:guide id="19" pos="4096">
          <p15:clr>
            <a:srgbClr val="E46962"/>
          </p15:clr>
        </p15:guide>
        <p15:guide id="20" pos="4175">
          <p15:clr>
            <a:srgbClr val="E46962"/>
          </p15:clr>
        </p15:guide>
        <p15:guide id="21" pos="4598">
          <p15:clr>
            <a:srgbClr val="E46962"/>
          </p15:clr>
        </p15:guide>
        <p15:guide id="22" pos="4677">
          <p15:clr>
            <a:srgbClr val="E46962"/>
          </p15:clr>
        </p15:guide>
        <p15:guide id="23" pos="5100">
          <p15:clr>
            <a:srgbClr val="E46962"/>
          </p15:clr>
        </p15:guide>
        <p15:guide id="24" pos="5184">
          <p15:clr>
            <a:srgbClr val="E46962"/>
          </p15:clr>
        </p15:guide>
        <p15:guide id="25" orient="horz" pos="79">
          <p15:clr>
            <a:srgbClr val="E46962"/>
          </p15:clr>
        </p15:guide>
        <p15:guide id="26" orient="horz" pos="3161">
          <p15:clr>
            <a:srgbClr val="E46962"/>
          </p15:clr>
        </p15:guide>
        <p15:guide id="27" orient="horz" pos="29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95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An Experiment in Using AI for Cross-Platform App Development with Flutter</a:t>
            </a:r>
            <a:endParaRPr sz="5000"/>
          </a:p>
        </p:txBody>
      </p:sp>
      <p:sp>
        <p:nvSpPr>
          <p:cNvPr id="755" name="Google Shape;755;p95"/>
          <p:cNvSpPr txBox="1"/>
          <p:nvPr>
            <p:ph idx="1" type="subTitle"/>
          </p:nvPr>
        </p:nvSpPr>
        <p:spPr>
          <a:xfrm>
            <a:off x="1845300" y="4521725"/>
            <a:ext cx="54534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Norah Kuduk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(advised by Dr. Ed Harcourt)</a:t>
            </a:r>
            <a:endParaRPr sz="1400"/>
          </a:p>
        </p:txBody>
      </p:sp>
      <p:sp>
        <p:nvSpPr>
          <p:cNvPr id="756" name="Google Shape;756;p95"/>
          <p:cNvSpPr txBox="1"/>
          <p:nvPr>
            <p:ph idx="3" type="subTitle"/>
          </p:nvPr>
        </p:nvSpPr>
        <p:spPr>
          <a:xfrm>
            <a:off x="125700" y="1218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 2025</a:t>
            </a:r>
            <a:endParaRPr/>
          </a:p>
        </p:txBody>
      </p:sp>
      <p:sp>
        <p:nvSpPr>
          <p:cNvPr id="757" name="Google Shape;757;p9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1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96"/>
          <p:cNvSpPr txBox="1"/>
          <p:nvPr>
            <p:ph type="title"/>
          </p:nvPr>
        </p:nvSpPr>
        <p:spPr>
          <a:xfrm>
            <a:off x="129375" y="525200"/>
            <a:ext cx="8928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 OF THE PROJECT</a:t>
            </a:r>
            <a:endParaRPr/>
          </a:p>
        </p:txBody>
      </p:sp>
      <p:sp>
        <p:nvSpPr>
          <p:cNvPr id="763" name="Google Shape;763;p96"/>
          <p:cNvSpPr txBox="1"/>
          <p:nvPr>
            <p:ph idx="4294967295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Explore AI tools' impact on software development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765" name="Google Shape;765;p96"/>
          <p:cNvSpPr txBox="1"/>
          <p:nvPr>
            <p:ph idx="2" type="title"/>
          </p:nvPr>
        </p:nvSpPr>
        <p:spPr>
          <a:xfrm>
            <a:off x="129375" y="1575150"/>
            <a:ext cx="11499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766" name="Google Shape;766;p96"/>
          <p:cNvSpPr txBox="1"/>
          <p:nvPr>
            <p:ph idx="3" type="title"/>
          </p:nvPr>
        </p:nvSpPr>
        <p:spPr>
          <a:xfrm>
            <a:off x="129375" y="2622750"/>
            <a:ext cx="9189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767" name="Google Shape;767;p96"/>
          <p:cNvSpPr txBox="1"/>
          <p:nvPr>
            <p:ph idx="4" type="subTitle"/>
          </p:nvPr>
        </p:nvSpPr>
        <p:spPr>
          <a:xfrm>
            <a:off x="1382600" y="1572800"/>
            <a:ext cx="76341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Develop a cross-platform physical therapy/fitness app</a:t>
            </a:r>
            <a:endParaRPr sz="2400"/>
          </a:p>
        </p:txBody>
      </p:sp>
      <p:sp>
        <p:nvSpPr>
          <p:cNvPr id="768" name="Google Shape;768;p96"/>
          <p:cNvSpPr txBox="1"/>
          <p:nvPr>
            <p:ph idx="5" type="subTitle"/>
          </p:nvPr>
        </p:nvSpPr>
        <p:spPr>
          <a:xfrm>
            <a:off x="1382601" y="2622750"/>
            <a:ext cx="73674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Explore AI tools' impact on software development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97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I: App Dev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A7D6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98"/>
          <p:cNvSpPr txBox="1"/>
          <p:nvPr>
            <p:ph idx="7" type="subTitle"/>
          </p:nvPr>
        </p:nvSpPr>
        <p:spPr>
          <a:xfrm>
            <a:off x="3718100" y="3477500"/>
            <a:ext cx="15798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PostgreSQL for app info storage in a relational database</a:t>
            </a:r>
            <a:endParaRPr/>
          </a:p>
        </p:txBody>
      </p:sp>
      <p:sp>
        <p:nvSpPr>
          <p:cNvPr id="779" name="Google Shape;779;p98"/>
          <p:cNvSpPr txBox="1"/>
          <p:nvPr>
            <p:ph idx="8" type="subTitle"/>
          </p:nvPr>
        </p:nvSpPr>
        <p:spPr>
          <a:xfrm>
            <a:off x="7311675" y="3424800"/>
            <a:ext cx="15819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Using ChatGPT &amp; Copilot for development assistance</a:t>
            </a:r>
            <a:endParaRPr/>
          </a:p>
        </p:txBody>
      </p:sp>
      <p:sp>
        <p:nvSpPr>
          <p:cNvPr id="780" name="Google Shape;780;p98"/>
          <p:cNvSpPr txBox="1"/>
          <p:nvPr>
            <p:ph type="title"/>
          </p:nvPr>
        </p:nvSpPr>
        <p:spPr>
          <a:xfrm>
            <a:off x="132300" y="332675"/>
            <a:ext cx="7720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Development Process</a:t>
            </a:r>
            <a:endParaRPr/>
          </a:p>
        </p:txBody>
      </p:sp>
      <p:sp>
        <p:nvSpPr>
          <p:cNvPr id="781" name="Google Shape;781;p98"/>
          <p:cNvSpPr txBox="1"/>
          <p:nvPr>
            <p:ph idx="6" type="subTitle"/>
          </p:nvPr>
        </p:nvSpPr>
        <p:spPr>
          <a:xfrm>
            <a:off x="1912775" y="3424800"/>
            <a:ext cx="15867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Core functionality with hardcoded data</a:t>
            </a:r>
            <a:endParaRPr/>
          </a:p>
        </p:txBody>
      </p:sp>
      <p:sp>
        <p:nvSpPr>
          <p:cNvPr id="782" name="Google Shape;782;p98"/>
          <p:cNvSpPr txBox="1"/>
          <p:nvPr>
            <p:ph idx="2" type="title"/>
          </p:nvPr>
        </p:nvSpPr>
        <p:spPr>
          <a:xfrm>
            <a:off x="121500" y="1544925"/>
            <a:ext cx="1598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Ideation &amp; Planning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98"/>
          <p:cNvSpPr txBox="1"/>
          <p:nvPr>
            <p:ph idx="3" type="title"/>
          </p:nvPr>
        </p:nvSpPr>
        <p:spPr>
          <a:xfrm>
            <a:off x="1969025" y="1544925"/>
            <a:ext cx="19317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Minimum Viable Product (MVP)</a:t>
            </a:r>
            <a:endParaRPr/>
          </a:p>
        </p:txBody>
      </p:sp>
      <p:sp>
        <p:nvSpPr>
          <p:cNvPr id="784" name="Google Shape;784;p98"/>
          <p:cNvSpPr txBox="1"/>
          <p:nvPr>
            <p:ph idx="4" type="title"/>
          </p:nvPr>
        </p:nvSpPr>
        <p:spPr>
          <a:xfrm>
            <a:off x="3649338" y="1544925"/>
            <a:ext cx="1719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</a:t>
            </a:r>
            <a:r>
              <a:rPr lang="en"/>
              <a:t> Database</a:t>
            </a:r>
            <a:endParaRPr/>
          </a:p>
        </p:txBody>
      </p:sp>
      <p:sp>
        <p:nvSpPr>
          <p:cNvPr id="785" name="Google Shape;785;p98"/>
          <p:cNvSpPr txBox="1"/>
          <p:nvPr>
            <p:ph idx="1" type="subTitle"/>
          </p:nvPr>
        </p:nvSpPr>
        <p:spPr>
          <a:xfrm>
            <a:off x="132300" y="3424800"/>
            <a:ext cx="14682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dentifying user needs and goals of the app</a:t>
            </a:r>
            <a:endParaRPr/>
          </a:p>
        </p:txBody>
      </p:sp>
      <p:sp>
        <p:nvSpPr>
          <p:cNvPr id="786" name="Google Shape;786;p98"/>
          <p:cNvSpPr txBox="1"/>
          <p:nvPr>
            <p:ph idx="5" type="title"/>
          </p:nvPr>
        </p:nvSpPr>
        <p:spPr>
          <a:xfrm>
            <a:off x="7301834" y="1544925"/>
            <a:ext cx="1715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Usage</a:t>
            </a:r>
            <a:endParaRPr/>
          </a:p>
        </p:txBody>
      </p:sp>
      <p:sp>
        <p:nvSpPr>
          <p:cNvPr id="787" name="Google Shape;787;p98"/>
          <p:cNvSpPr txBox="1"/>
          <p:nvPr>
            <p:ph idx="4294967295" type="title"/>
          </p:nvPr>
        </p:nvSpPr>
        <p:spPr>
          <a:xfrm>
            <a:off x="121075" y="2649100"/>
            <a:ext cx="15981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Noto Emoji"/>
                <a:ea typeface="Noto Emoji"/>
                <a:cs typeface="Noto Emoji"/>
                <a:sym typeface="Noto Emoji"/>
              </a:rPr>
              <a:t>💡</a:t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</p:txBody>
      </p:sp>
      <p:sp>
        <p:nvSpPr>
          <p:cNvPr id="788" name="Google Shape;788;p98"/>
          <p:cNvSpPr txBox="1"/>
          <p:nvPr>
            <p:ph idx="4294967295" type="title"/>
          </p:nvPr>
        </p:nvSpPr>
        <p:spPr>
          <a:xfrm>
            <a:off x="1903150" y="2649100"/>
            <a:ext cx="172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100">
                <a:latin typeface="Noto Emoji"/>
                <a:ea typeface="Noto Emoji"/>
                <a:cs typeface="Noto Emoji"/>
                <a:sym typeface="Noto Emoji"/>
              </a:rPr>
              <a:t>☏</a:t>
            </a:r>
            <a:endParaRPr sz="4100">
              <a:latin typeface="Noto Emoji"/>
              <a:ea typeface="Noto Emoji"/>
              <a:cs typeface="Noto Emoji"/>
              <a:sym typeface="Noto Emoji"/>
            </a:endParaRPr>
          </a:p>
        </p:txBody>
      </p:sp>
      <p:sp>
        <p:nvSpPr>
          <p:cNvPr id="789" name="Google Shape;789;p98"/>
          <p:cNvSpPr txBox="1"/>
          <p:nvPr>
            <p:ph idx="4294967295" type="title"/>
          </p:nvPr>
        </p:nvSpPr>
        <p:spPr>
          <a:xfrm>
            <a:off x="3653150" y="2649100"/>
            <a:ext cx="1719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Noto Emoji"/>
                <a:ea typeface="Noto Emoji"/>
                <a:cs typeface="Noto Emoji"/>
                <a:sym typeface="Noto Emoji"/>
              </a:rPr>
              <a:t>💻</a:t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</p:txBody>
      </p:sp>
      <p:sp>
        <p:nvSpPr>
          <p:cNvPr id="790" name="Google Shape;790;p98"/>
          <p:cNvSpPr txBox="1"/>
          <p:nvPr>
            <p:ph idx="4294967295" type="title"/>
          </p:nvPr>
        </p:nvSpPr>
        <p:spPr>
          <a:xfrm>
            <a:off x="7301250" y="2649100"/>
            <a:ext cx="172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Noto Emoji"/>
                <a:ea typeface="Noto Emoji"/>
                <a:cs typeface="Noto Emoji"/>
                <a:sym typeface="Noto Emoji"/>
              </a:rPr>
              <a:t>📣</a:t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</p:txBody>
      </p:sp>
      <p:sp>
        <p:nvSpPr>
          <p:cNvPr id="791" name="Google Shape;791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2" name="Google Shape;792;p98"/>
          <p:cNvSpPr txBox="1"/>
          <p:nvPr>
            <p:ph idx="7" type="subTitle"/>
          </p:nvPr>
        </p:nvSpPr>
        <p:spPr>
          <a:xfrm>
            <a:off x="5516525" y="3424800"/>
            <a:ext cx="15798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Creating an intuitive experience for users</a:t>
            </a:r>
            <a:endParaRPr/>
          </a:p>
        </p:txBody>
      </p:sp>
      <p:sp>
        <p:nvSpPr>
          <p:cNvPr id="793" name="Google Shape;793;p98"/>
          <p:cNvSpPr txBox="1"/>
          <p:nvPr>
            <p:ph idx="4" type="title"/>
          </p:nvPr>
        </p:nvSpPr>
        <p:spPr>
          <a:xfrm>
            <a:off x="5437238" y="1544925"/>
            <a:ext cx="1719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UI/UX Refinement</a:t>
            </a:r>
            <a:endParaRPr/>
          </a:p>
        </p:txBody>
      </p:sp>
      <p:sp>
        <p:nvSpPr>
          <p:cNvPr id="794" name="Google Shape;794;p98"/>
          <p:cNvSpPr txBox="1"/>
          <p:nvPr>
            <p:ph idx="4294967295" type="title"/>
          </p:nvPr>
        </p:nvSpPr>
        <p:spPr>
          <a:xfrm>
            <a:off x="5441050" y="2649100"/>
            <a:ext cx="1719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Noto Emoji"/>
                <a:ea typeface="Noto Emoji"/>
                <a:cs typeface="Noto Emoji"/>
                <a:sym typeface="Noto Emoji"/>
              </a:rPr>
              <a:t>📊</a:t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Cross-Platform Development?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99"/>
          <p:cNvSpPr txBox="1"/>
          <p:nvPr>
            <p:ph idx="1" type="body"/>
          </p:nvPr>
        </p:nvSpPr>
        <p:spPr>
          <a:xfrm>
            <a:off x="311700" y="2069700"/>
            <a:ext cx="5244600" cy="26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Traditional app development requires separate codebases for iOS &amp; Android </a:t>
            </a:r>
            <a:endParaRPr b="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Challenges</a:t>
            </a:r>
            <a:endParaRPr b="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0" lang="en"/>
              <a:t>Higher cost</a:t>
            </a:r>
            <a:endParaRPr b="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0" lang="en"/>
              <a:t>Longer development time</a:t>
            </a:r>
            <a:endParaRPr b="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Solution </a:t>
            </a:r>
            <a:endParaRPr b="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0" lang="en"/>
              <a:t>Flutter → Write once (in Dart), deploy anywhere (iOS, Android, Web).</a:t>
            </a:r>
            <a:endParaRPr b="0"/>
          </a:p>
        </p:txBody>
      </p:sp>
      <p:pic>
        <p:nvPicPr>
          <p:cNvPr id="801" name="Google Shape;80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7512" y="1005363"/>
            <a:ext cx="1642076" cy="164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7600" y="2352625"/>
            <a:ext cx="1785501" cy="1785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00"/>
          <p:cNvSpPr txBox="1"/>
          <p:nvPr>
            <p:ph type="title"/>
          </p:nvPr>
        </p:nvSpPr>
        <p:spPr>
          <a:xfrm>
            <a:off x="239325" y="697388"/>
            <a:ext cx="2265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Flutter Development</a:t>
            </a:r>
            <a:endParaRPr sz="3000"/>
          </a:p>
        </p:txBody>
      </p:sp>
      <p:sp>
        <p:nvSpPr>
          <p:cNvPr id="809" name="Google Shape;809;p100"/>
          <p:cNvSpPr txBox="1"/>
          <p:nvPr>
            <p:ph idx="4" type="body"/>
          </p:nvPr>
        </p:nvSpPr>
        <p:spPr>
          <a:xfrm>
            <a:off x="239325" y="1749413"/>
            <a:ext cx="2619900" cy="26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natively compiled cross-platform apps from a single codebase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 “hot reload” to quickly see changes without restarting the app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Pre-designed widgets that already follow platform-specific guidelines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Extensive </a:t>
            </a:r>
            <a:r>
              <a:rPr lang="en"/>
              <a:t>libraries</a:t>
            </a:r>
            <a:r>
              <a:rPr lang="en"/>
              <a:t> already tested and developed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100"/>
          <p:cNvPicPr preferRelativeResize="0"/>
          <p:nvPr/>
        </p:nvPicPr>
        <p:blipFill rotWithShape="1">
          <a:blip r:embed="rId3">
            <a:alphaModFix/>
          </a:blip>
          <a:srcRect b="36338" l="5497" r="30131" t="0"/>
          <a:stretch/>
        </p:blipFill>
        <p:spPr>
          <a:xfrm>
            <a:off x="2987750" y="559075"/>
            <a:ext cx="2517087" cy="3675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1" name="Google Shape;811;p100"/>
          <p:cNvCxnSpPr/>
          <p:nvPr/>
        </p:nvCxnSpPr>
        <p:spPr>
          <a:xfrm>
            <a:off x="6163225" y="2166475"/>
            <a:ext cx="896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2" name="Google Shape;812;p100"/>
          <p:cNvCxnSpPr/>
          <p:nvPr/>
        </p:nvCxnSpPr>
        <p:spPr>
          <a:xfrm>
            <a:off x="6219275" y="2278525"/>
            <a:ext cx="1176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3" name="Google Shape;813;p100"/>
          <p:cNvSpPr/>
          <p:nvPr/>
        </p:nvSpPr>
        <p:spPr>
          <a:xfrm>
            <a:off x="5633354" y="2209597"/>
            <a:ext cx="774900" cy="37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14" name="Google Shape;814;p100"/>
          <p:cNvPicPr preferRelativeResize="0"/>
          <p:nvPr/>
        </p:nvPicPr>
        <p:blipFill rotWithShape="1">
          <a:blip r:embed="rId4">
            <a:alphaModFix/>
          </a:blip>
          <a:srcRect b="46354" l="4741" r="7446" t="7502"/>
          <a:stretch/>
        </p:blipFill>
        <p:spPr>
          <a:xfrm>
            <a:off x="6536983" y="1008117"/>
            <a:ext cx="2481317" cy="2777329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01"/>
          <p:cNvSpPr txBox="1"/>
          <p:nvPr>
            <p:ph type="title"/>
          </p:nvPr>
        </p:nvSpPr>
        <p:spPr>
          <a:xfrm>
            <a:off x="-56100" y="579475"/>
            <a:ext cx="4628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&amp; Backend Architecture</a:t>
            </a:r>
            <a:endParaRPr/>
          </a:p>
        </p:txBody>
      </p:sp>
      <p:sp>
        <p:nvSpPr>
          <p:cNvPr id="821" name="Google Shape;821;p10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0" lang="en" sz="1800">
                <a:solidFill>
                  <a:schemeClr val="lt1"/>
                </a:solidFill>
              </a:rPr>
              <a:t>Using the official Postgres image from Docker Hub</a:t>
            </a:r>
            <a:endParaRPr b="0"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0" lang="en" sz="1800">
                <a:solidFill>
                  <a:schemeClr val="lt1"/>
                </a:solidFill>
              </a:rPr>
              <a:t>Running the Postgres Container with a chosen user and password in “detached” mode </a:t>
            </a:r>
            <a:endParaRPr b="0"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0" lang="en" sz="1800">
                <a:solidFill>
                  <a:schemeClr val="lt1"/>
                </a:solidFill>
              </a:rPr>
              <a:t>Use REST API to enable communication between container and Flutter program using HTTP requests</a:t>
            </a:r>
            <a:endParaRPr b="0" sz="1800">
              <a:solidFill>
                <a:schemeClr val="lt1"/>
              </a:solidFill>
            </a:endParaRPr>
          </a:p>
        </p:txBody>
      </p:sp>
      <p:pic>
        <p:nvPicPr>
          <p:cNvPr id="822" name="Google Shape;822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325" y="2164525"/>
            <a:ext cx="3059250" cy="234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02"/>
          <p:cNvSpPr txBox="1"/>
          <p:nvPr>
            <p:ph type="title"/>
          </p:nvPr>
        </p:nvSpPr>
        <p:spPr>
          <a:xfrm>
            <a:off x="188550" y="20862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App Screens</a:t>
            </a:r>
            <a:endParaRPr/>
          </a:p>
        </p:txBody>
      </p:sp>
      <p:sp>
        <p:nvSpPr>
          <p:cNvPr id="830" name="Google Shape;830;p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03"/>
          <p:cNvSpPr txBox="1"/>
          <p:nvPr>
            <p:ph type="title"/>
          </p:nvPr>
        </p:nvSpPr>
        <p:spPr>
          <a:xfrm>
            <a:off x="251400" y="927750"/>
            <a:ext cx="26622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Home Screen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03"/>
          <p:cNvSpPr txBox="1"/>
          <p:nvPr>
            <p:ph idx="4" type="body"/>
          </p:nvPr>
        </p:nvSpPr>
        <p:spPr>
          <a:xfrm>
            <a:off x="251400" y="1855525"/>
            <a:ext cx="2265300" cy="26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800"/>
              <a:t>View and edit routines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7" name="Google Shape;837;p103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838" name="Google Shape;838;p103"/>
          <p:cNvSpPr/>
          <p:nvPr/>
        </p:nvSpPr>
        <p:spPr>
          <a:xfrm>
            <a:off x="3182100" y="0"/>
            <a:ext cx="5961900" cy="471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39" name="Google Shape;839;p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0" name="Google Shape;840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650" y="191500"/>
            <a:ext cx="2044741" cy="4332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5459" y="183987"/>
            <a:ext cx="2044741" cy="4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04"/>
          <p:cNvSpPr txBox="1"/>
          <p:nvPr>
            <p:ph type="title"/>
          </p:nvPr>
        </p:nvSpPr>
        <p:spPr>
          <a:xfrm>
            <a:off x="251400" y="927750"/>
            <a:ext cx="26622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Hamburger Menu/Settings Screen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04"/>
          <p:cNvSpPr txBox="1"/>
          <p:nvPr>
            <p:ph idx="4" type="body"/>
          </p:nvPr>
        </p:nvSpPr>
        <p:spPr>
          <a:xfrm>
            <a:off x="251400" y="2829475"/>
            <a:ext cx="2265300" cy="14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800"/>
              <a:t>Options for other windows, change settings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8" name="Google Shape;848;p104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849" name="Google Shape;849;p104"/>
          <p:cNvSpPr/>
          <p:nvPr/>
        </p:nvSpPr>
        <p:spPr>
          <a:xfrm>
            <a:off x="3182100" y="0"/>
            <a:ext cx="5961900" cy="471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50" name="Google Shape;850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1" name="Google Shape;85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7700" y="495171"/>
            <a:ext cx="1740622" cy="3725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2743" y="495050"/>
            <a:ext cx="1740622" cy="3725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7778" y="495162"/>
            <a:ext cx="1740622" cy="3725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05"/>
          <p:cNvSpPr txBox="1"/>
          <p:nvPr>
            <p:ph type="title"/>
          </p:nvPr>
        </p:nvSpPr>
        <p:spPr>
          <a:xfrm>
            <a:off x="251400" y="927750"/>
            <a:ext cx="26622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Routine Details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05"/>
          <p:cNvSpPr txBox="1"/>
          <p:nvPr>
            <p:ph idx="4" type="body"/>
          </p:nvPr>
        </p:nvSpPr>
        <p:spPr>
          <a:xfrm>
            <a:off x="251400" y="1855525"/>
            <a:ext cx="2265300" cy="26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800"/>
              <a:t>Customize exercises, add notes, enable text-to-speech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0" name="Google Shape;860;p105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861" name="Google Shape;861;p105"/>
          <p:cNvSpPr/>
          <p:nvPr/>
        </p:nvSpPr>
        <p:spPr>
          <a:xfrm>
            <a:off x="3182100" y="0"/>
            <a:ext cx="5961900" cy="471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62" name="Google Shape;862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3" name="Google Shape;863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0000" y="420225"/>
            <a:ext cx="1782688" cy="390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1716" y="420226"/>
            <a:ext cx="1782688" cy="390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3412" y="420344"/>
            <a:ext cx="1782688" cy="3902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06"/>
          <p:cNvSpPr txBox="1"/>
          <p:nvPr>
            <p:ph type="title"/>
          </p:nvPr>
        </p:nvSpPr>
        <p:spPr>
          <a:xfrm>
            <a:off x="251400" y="927750"/>
            <a:ext cx="26622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Scheduling</a:t>
            </a:r>
            <a:r>
              <a:rPr lang="en" sz="3200"/>
              <a:t> View/Calendar</a:t>
            </a:r>
            <a:endParaRPr/>
          </a:p>
        </p:txBody>
      </p:sp>
      <p:sp>
        <p:nvSpPr>
          <p:cNvPr id="871" name="Google Shape;871;p106"/>
          <p:cNvSpPr txBox="1"/>
          <p:nvPr>
            <p:ph idx="4" type="body"/>
          </p:nvPr>
        </p:nvSpPr>
        <p:spPr>
          <a:xfrm>
            <a:off x="251400" y="2259850"/>
            <a:ext cx="2265300" cy="22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800"/>
              <a:t>Choose options to schedule routines, view the list of scheduled </a:t>
            </a:r>
            <a:r>
              <a:rPr lang="en" sz="1800"/>
              <a:t>routines</a:t>
            </a:r>
            <a:r>
              <a:rPr lang="en" sz="1800"/>
              <a:t> for a given day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2" name="Google Shape;872;p106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873" name="Google Shape;873;p106"/>
          <p:cNvSpPr/>
          <p:nvPr/>
        </p:nvSpPr>
        <p:spPr>
          <a:xfrm>
            <a:off x="3182100" y="0"/>
            <a:ext cx="5961900" cy="471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74" name="Google Shape;874;p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5" name="Google Shape;875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350" y="278677"/>
            <a:ext cx="1902237" cy="4158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313" y="278675"/>
            <a:ext cx="1902237" cy="4158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07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II: Conversations on AI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08"/>
          <p:cNvSpPr txBox="1"/>
          <p:nvPr>
            <p:ph type="title"/>
          </p:nvPr>
        </p:nvSpPr>
        <p:spPr>
          <a:xfrm>
            <a:off x="251400" y="927750"/>
            <a:ext cx="4956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Role of AI in Development</a:t>
            </a:r>
            <a:endParaRPr sz="3600"/>
          </a:p>
        </p:txBody>
      </p:sp>
      <p:sp>
        <p:nvSpPr>
          <p:cNvPr id="887" name="Google Shape;887;p108"/>
          <p:cNvSpPr txBox="1"/>
          <p:nvPr>
            <p:ph idx="4" type="body"/>
          </p:nvPr>
        </p:nvSpPr>
        <p:spPr>
          <a:xfrm>
            <a:off x="245525" y="1658825"/>
            <a:ext cx="4542300" cy="26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Code Generation &amp; Debugging </a:t>
            </a:r>
            <a:endParaRPr b="0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0" lang="en" sz="1800"/>
              <a:t>ChatGPT for snippets &amp; explanations</a:t>
            </a:r>
            <a:endParaRPr b="0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Autocomplete &amp; Optimization </a:t>
            </a:r>
            <a:endParaRPr b="0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0" lang="en" sz="1800"/>
              <a:t>GitHub Copilot for inline suggestions</a:t>
            </a:r>
            <a:endParaRPr b="0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Error Checking </a:t>
            </a:r>
            <a:endParaRPr b="0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0" lang="en" sz="1800"/>
              <a:t>AI-assisted debugging and troubleshooting</a:t>
            </a:r>
            <a:endParaRPr b="0" sz="1800"/>
          </a:p>
        </p:txBody>
      </p:sp>
      <p:pic>
        <p:nvPicPr>
          <p:cNvPr id="888" name="Google Shape;888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8425" y="638975"/>
            <a:ext cx="1903150" cy="1796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8770" y="2435035"/>
            <a:ext cx="2103917" cy="1614877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1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in Academia &amp; Industry</a:t>
            </a:r>
            <a:endParaRPr/>
          </a:p>
        </p:txBody>
      </p:sp>
      <p:sp>
        <p:nvSpPr>
          <p:cNvPr id="896" name="Google Shape;896;p109"/>
          <p:cNvSpPr txBox="1"/>
          <p:nvPr>
            <p:ph idx="1" type="body"/>
          </p:nvPr>
        </p:nvSpPr>
        <p:spPr>
          <a:xfrm>
            <a:off x="311700" y="1330275"/>
            <a:ext cx="455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AI as a learning tool </a:t>
            </a:r>
            <a:endParaRPr b="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0" lang="en"/>
              <a:t>Can aid students in understanding programming concepts</a:t>
            </a:r>
            <a:endParaRPr b="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Ethical considerations </a:t>
            </a:r>
            <a:endParaRPr b="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0" lang="en"/>
              <a:t>Over-reliance could hinder problem-solving skills</a:t>
            </a:r>
            <a:endParaRPr b="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AI enhances, not replaces, human developers </a:t>
            </a:r>
            <a:endParaRPr b="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0" lang="en"/>
              <a:t>Still requires expertise for best results</a:t>
            </a:r>
            <a:endParaRPr b="0"/>
          </a:p>
        </p:txBody>
      </p:sp>
      <p:sp>
        <p:nvSpPr>
          <p:cNvPr id="897" name="Google Shape;897;p10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98" name="Google Shape;898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458" y="1281675"/>
            <a:ext cx="2108306" cy="2116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1625" y="2571750"/>
            <a:ext cx="2690200" cy="269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109"/>
          <p:cNvSpPr/>
          <p:nvPr/>
        </p:nvSpPr>
        <p:spPr>
          <a:xfrm>
            <a:off x="4665725" y="1330277"/>
            <a:ext cx="2177700" cy="2179500"/>
          </a:xfrm>
          <a:prstGeom prst="noSmoking">
            <a:avLst>
              <a:gd fmla="val 5668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10"/>
          <p:cNvSpPr txBox="1"/>
          <p:nvPr>
            <p:ph type="title"/>
          </p:nvPr>
        </p:nvSpPr>
        <p:spPr>
          <a:xfrm>
            <a:off x="291925" y="647650"/>
            <a:ext cx="4105200" cy="22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Conclusions…</a:t>
            </a:r>
            <a:endParaRPr/>
          </a:p>
        </p:txBody>
      </p:sp>
      <p:sp>
        <p:nvSpPr>
          <p:cNvPr id="906" name="Google Shape;906;p110"/>
          <p:cNvSpPr txBox="1"/>
          <p:nvPr>
            <p:ph idx="5" type="body"/>
          </p:nvPr>
        </p:nvSpPr>
        <p:spPr>
          <a:xfrm>
            <a:off x="4070075" y="647650"/>
            <a:ext cx="4782000" cy="21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Flutter is effective for rapid cross-platform development, easy to learn for anyone with previous programming knowledge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AI tools enhance productivity but require oversight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Future Work: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Add routine completion tracking &amp; analytics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Integrate with external health data (Apple Health, Google Fit)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Prepare for deployment with privacy compliance</a:t>
            </a:r>
            <a:endParaRPr sz="1800"/>
          </a:p>
        </p:txBody>
      </p:sp>
      <p:sp>
        <p:nvSpPr>
          <p:cNvPr id="907" name="Google Shape;907;p1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11"/>
          <p:cNvSpPr txBox="1"/>
          <p:nvPr>
            <p:ph type="title"/>
          </p:nvPr>
        </p:nvSpPr>
        <p:spPr>
          <a:xfrm>
            <a:off x="1578300" y="2145550"/>
            <a:ext cx="73143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/>
              <a:t>Thank You</a:t>
            </a:r>
            <a:endParaRPr sz="12000"/>
          </a:p>
        </p:txBody>
      </p:sp>
      <p:sp>
        <p:nvSpPr>
          <p:cNvPr id="913" name="Google Shape;913;p111"/>
          <p:cNvSpPr txBox="1"/>
          <p:nvPr>
            <p:ph idx="3" type="body"/>
          </p:nvPr>
        </p:nvSpPr>
        <p:spPr>
          <a:xfrm>
            <a:off x="5704625" y="3861325"/>
            <a:ext cx="3069300" cy="7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Questions?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Proposal">
  <a:themeElements>
    <a:clrScheme name="Simple Light">
      <a:dk1>
        <a:srgbClr val="000000"/>
      </a:dk1>
      <a:lt1>
        <a:srgbClr val="FFFFFF"/>
      </a:lt1>
      <a:dk2>
        <a:srgbClr val="FCEB00"/>
      </a:dk2>
      <a:lt2>
        <a:srgbClr val="000000"/>
      </a:lt2>
      <a:accent1>
        <a:srgbClr val="D9D9D9"/>
      </a:accent1>
      <a:accent2>
        <a:srgbClr val="999999"/>
      </a:accent2>
      <a:accent3>
        <a:srgbClr val="525252"/>
      </a:accent3>
      <a:accent4>
        <a:srgbClr val="EFEFEF"/>
      </a:accent4>
      <a:accent5>
        <a:srgbClr val="0097A7"/>
      </a:accent5>
      <a:accent6>
        <a:srgbClr val="EEFF4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Proposal">
  <a:themeElements>
    <a:clrScheme name="Simple Light">
      <a:dk1>
        <a:srgbClr val="000000"/>
      </a:dk1>
      <a:lt1>
        <a:srgbClr val="FFFFFF"/>
      </a:lt1>
      <a:dk2>
        <a:srgbClr val="B4A7D6"/>
      </a:dk2>
      <a:lt2>
        <a:srgbClr val="000000"/>
      </a:lt2>
      <a:accent1>
        <a:srgbClr val="D9D9D9"/>
      </a:accent1>
      <a:accent2>
        <a:srgbClr val="999999"/>
      </a:accent2>
      <a:accent3>
        <a:srgbClr val="525252"/>
      </a:accent3>
      <a:accent4>
        <a:srgbClr val="EFEFEF"/>
      </a:accent4>
      <a:accent5>
        <a:srgbClr val="0097A7"/>
      </a:accent5>
      <a:accent6>
        <a:srgbClr val="D9D2E9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